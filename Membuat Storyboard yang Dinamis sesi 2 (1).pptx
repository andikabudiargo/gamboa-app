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274" r:id="rId3"/>
    <p:sldId id="264" r:id="rId4"/>
    <p:sldId id="302" r:id="rId5"/>
    <p:sldId id="303" r:id="rId6"/>
    <p:sldId id="359" r:id="rId7"/>
    <p:sldId id="323" r:id="rId8"/>
    <p:sldId id="304" r:id="rId9"/>
    <p:sldId id="326" r:id="rId10"/>
    <p:sldId id="361" r:id="rId11"/>
    <p:sldId id="306" r:id="rId12"/>
    <p:sldId id="309" r:id="rId13"/>
    <p:sldId id="283" r:id="rId14"/>
    <p:sldId id="334" r:id="rId15"/>
    <p:sldId id="352" r:id="rId16"/>
    <p:sldId id="330" r:id="rId17"/>
    <p:sldId id="353" r:id="rId18"/>
    <p:sldId id="354" r:id="rId19"/>
    <p:sldId id="355" r:id="rId20"/>
    <p:sldId id="362" r:id="rId21"/>
    <p:sldId id="363" r:id="rId22"/>
    <p:sldId id="325" r:id="rId23"/>
    <p:sldId id="356" r:id="rId24"/>
    <p:sldId id="357" r:id="rId25"/>
    <p:sldId id="342" r:id="rId26"/>
    <p:sldId id="284" r:id="rId27"/>
    <p:sldId id="341" r:id="rId28"/>
    <p:sldId id="343" r:id="rId29"/>
    <p:sldId id="344" r:id="rId30"/>
    <p:sldId id="345" r:id="rId31"/>
    <p:sldId id="285" r:id="rId32"/>
    <p:sldId id="346" r:id="rId33"/>
    <p:sldId id="310" r:id="rId34"/>
    <p:sldId id="311" r:id="rId35"/>
    <p:sldId id="314" r:id="rId36"/>
    <p:sldId id="313" r:id="rId37"/>
    <p:sldId id="315" r:id="rId38"/>
    <p:sldId id="316" r:id="rId39"/>
    <p:sldId id="370" r:id="rId40"/>
    <p:sldId id="317" r:id="rId41"/>
    <p:sldId id="286" r:id="rId42"/>
    <p:sldId id="364" r:id="rId43"/>
    <p:sldId id="365" r:id="rId44"/>
    <p:sldId id="366" r:id="rId45"/>
    <p:sldId id="368" r:id="rId46"/>
    <p:sldId id="367" r:id="rId47"/>
    <p:sldId id="369" r:id="rId48"/>
    <p:sldId id="371" r:id="rId49"/>
    <p:sldId id="273" r:id="rId50"/>
    <p:sldId id="275" r:id="rId51"/>
    <p:sldId id="351" r:id="rId52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FF3300"/>
    <a:srgbClr val="0E4028"/>
    <a:srgbClr val="FFFFFF"/>
    <a:srgbClr val="FCCD6A"/>
    <a:srgbClr val="FFC86D"/>
    <a:srgbClr val="FFCA71"/>
    <a:srgbClr val="CC0000"/>
    <a:srgbClr val="F9A172"/>
    <a:srgbClr val="FAAC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58" d="100"/>
          <a:sy n="58" d="100"/>
        </p:scale>
        <p:origin x="1218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2:05:44.0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24575,'970'892'0,"-315"-325"0,-535-471 0,4-4 0,140 75 0,-137-91 0,-4 6 0,158 136 0,-221-166 0,2-2 0,2-3 0,76 41 0,-27-28 0,137 53 0,-157-74 0,287 101 0,-354-135 0,1 0 0,-1-2 0,1-1 0,28-1 0,-14 0 0,-21 1-1365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2:05:44.0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1 24575,'1'7'0,"1"0"0,0 1 0,0-1 0,1 0 0,0-1 0,0 1 0,1 0 0,0-1 0,5 8 0,3 4 0,27 53 0,-20-33 0,2 0 0,1-2 0,2 0 0,2-1 0,1-2 0,35 33 0,-57-61 0,14 10 0,-1 1 0,0 0 0,-1 1 0,-2 2 0,1-1 0,-2 2 0,18 31 0,-1-8 0,-26-38 0,-1 0 0,0 1 0,0 0 0,0-1 0,0 1 0,-1 1 0,3 6 0,-6-11 0,1 0 0,-1 0 0,0-1 0,0 1 0,0 0 0,0 0 0,0 0 0,-1 0 0,1 0 0,0 0 0,-1 0 0,1 0 0,-1-1 0,0 1 0,0 0 0,0 0 0,0-1 0,0 1 0,0-1 0,0 1 0,0-1 0,-1 1 0,1-1 0,-1 0 0,1 1 0,-1-1 0,1 0 0,-1 0 0,1 0 0,-3 1 0,-16 8 0,0 0 0,-1-1 0,1-1 0,-30 7 0,-46 20 0,-65 35 0,156-67-97,0-1-1,0 1 1,-1-1-1,1 0 1,0-1-1,-1 1 1,1-1-1,-1 0 1,0 0-1,1-1 1,-1 0-1,0 0 0,-9-1 1,-1-4-6729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2:05:44.0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24575,'490'519'0,"-260"-226"0,38 44 0,-227-293 0,2-2 0,2-1 0,1-3 0,2-1 0,60 34 0,-85-58 0,-1 2 0,-1 0 0,-1 1 0,0 2 0,-1 0 0,0 1 0,27 37 0,-8-7 0,61 102 0,-79-100-1365,-14-28-5461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2:05:44.0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834 0 24575,'1'90'0,"-3"101"0,2-187 0,-1 1 0,0-1 0,0 0 0,0 0 0,0 0 0,-1 0 0,1 0 0,-1 0 0,0 0 0,0 0 0,-1-1 0,1 1 0,-1-1 0,0 0 0,0 0 0,0 0 0,0 0 0,0 0 0,-1 0 0,1-1 0,-1 0 0,1 0 0,-1 0 0,0 0 0,0 0 0,-5 1 0,-11 2 0,0 0 0,-1-2 0,1 0 0,-27 0 0,18-1 0,-526 28-1365,506-29-5461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2:05:44.0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1374 0 24575,'-219'642'0,"-29"70"0,135-427 0,-30 67 0,90-237 0,-69 109 0,82-167 0,-7 14 0,-169 273 0,143-235 0,69-103-78,-7 12-180,-1 0 1,-1-1 0,-1-1-1,-16 16 1,14-18-6569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2:05:44.0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24575,'-1'61'0,"3"71"0,-1-126 0,1 0 0,-1 0 0,1 0 0,0 0 0,1 0 0,-1-1 0,1 1 0,7 9 0,-6-9 0,0 0 0,0 1 0,-1-1 0,0 1 0,0 0 0,2 10 0,-4-12 0,-1-1 0,1 1 0,1-1 0,-1 0 0,0 1 0,1-1 0,0 0 0,0 0 0,0 0 0,1 0 0,0-1 0,-1 1 0,1 0 0,0-1 0,4 3 0,-3-4 0,-1 0 0,1 0 0,0 0 0,-1-1 0,1 1 0,0-1 0,0 0 0,0 0 0,0-1 0,0 1 0,0-1 0,0 0 0,0 0 0,0 0 0,0-1 0,0 1 0,6-3 0,131-33 0,-104 24 0,1 2 0,0 1 0,1 2 0,63-3 0,-47 10-1365,-31 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2:05:44.0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4735 0 24575,'-20'28'0,"-2"-2"0,0 0 0,-34 29 0,-7 6 0,-41 55 0,5 4 0,6 5 0,5 3 0,-86 169 0,157-266 0,-105 184 0,99-181 0,-1-1 0,-1-1 0,-2-1 0,-32 28 0,-274 216 0,41-35 0,206-163 0,-98 115 0,141-146 0,-2-1 0,-2-2 0,-90 63 0,-174 88 0,152-100 0,-608 441 0,183-135 0,261-192 0,266-165 0,-65 62 0,-12 10 0,61-48-1365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2:05:44.0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432 0 24575,'-107'184'0,"30"-57"0,46-77 0,-59 72 0,51-73 0,-38 64 0,66-84 0,16-20 0,13-10 0,-13-1 0,25-7 0,1 0 0,0 2 0,0 1 0,56-2 0,109 10-1365,-173-2-5461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2:05:44.0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6299 0 24575,'-5'4'0,"-1"-1"0,1 1 0,1 0 0,-1 0 0,0 1 0,1-1 0,0 1 0,0 0 0,-3 7 0,-7 6 0,-439 489-4,169-201-501,260-280 480,-481 583-52,478-574 382,-50 52 1,-719 638-306,706-649 0,-90 97 0,67-47 0,-101 106 0,164-184 0,-2-2 0,-90 61 0,21-30 0,-131 93 0,-89 68 0,64-82 0,11-6 0,-110 105 0,287-198 0,-2-4 0,-133 56 0,204-100 0,-24 12 0,-1-2 0,-1-1 0,-1-3 0,-1-2 0,-70 10 0,87-17 0,1 1 0,-1 1 0,-57 25 0,60-22 0,0 0 0,-1-2 0,0-1 0,-44 7 0,-30-3 0,40-4 0,-72 1 0,-21-10-1365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2:05:44.0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870 1 24575,'-33'18'0,"1"3"0,-51 41 0,55-41 0,-513 458 0,394-341 0,147-138 0,-1 0 0,1 0 0,0 1 0,-1-1 0,1 0 0,0 0 0,-1 1 0,1-1 0,0 0 0,0 1 0,-1-1 0,1 0 0,0 1 0,0-1 0,0 0 0,-1 1 0,1-1 0,0 0 0,0 1 0,0-1 0,0 0 0,0 1 0,0-1 0,0 1 0,0-1 0,0 0 0,0 1 0,0-1 0,0 1 0,0-1 0,0 0 0,0 1 0,0-1 0,1 0 0,-1 1 0,0-1 0,0 1 0,0-1 0,1 0 0,-1 0 0,0 1 0,0-1 0,1 0 0,-1 1 0,0-1 0,1 0 0,-1 0 0,0 1 0,0-1 0,1 0 0,-1 0 0,1 0 0,-1 0 0,0 1 0,1-1 0,-1 0 0,0 0 0,1 0 0,-1 0 0,1 0 0,-1 0 0,0 0 0,1 0 0,-1 0 0,1 0 0,-1 0 0,0 0 0,1-1 0,37 3 0,-32-2 0,535 26 0,-538-27-44,1 1 0,-1 1 0,0-1 0,1 0 0,-1 1 0,0 0 0,0-1 0,0 1 0,1 0 0,-1 1 0,0-1 0,0 1 0,-1-1 0,1 1 0,0 0 0,0 0 0,-1 0 0,1 0-1,-1 1 1,0-1 0,0 1 0,0-1 0,0 1 0,0 0 0,0-1 0,-1 1 0,1 0 0,-1 0 0,0 1 0,1 2 0,1 13-6782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2:05:44.0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1 840 24575,'0'6'0,"1"0"0,0 0 0,1 1 0,-1-1 0,1-1 0,0 1 0,1 0 0,-1 0 0,1-1 0,4 6 0,40 55 0,-29-44 0,99 142 0,97 120 0,206 146 0,-389-407 0,1-1 0,1-2 0,0-1 0,50 20 0,1 2 0,-12-1 0,-39-20 0,1-2 0,1-1 0,0-2 0,48 14 0,-50-21 0,59 16 0,0-4 0,106 8 0,-18-18 0,195-15 0,-350 2 0,0-1 0,0-1 0,0-1 0,0-1 0,-1-1 0,38-19 0,133-85 0,-141 78 0,190-125 0,-6-10 0,414-387 0,-498 419 0,180-121 0,-222 175 0,-33 24 0,471-378 0,-524 415 0,1 1 0,0 1 0,2 1 0,0 2 0,1 1 0,1 1 0,0 2 0,1 1 0,0 1 0,1 2 0,0 1 0,1 2 0,0 1 0,-1 1 0,62 3 0,-39 3 0,-1 3 0,0 3 0,-1 1 0,0 3 0,0 3 0,-2 1 0,0 3 0,-1 3 0,59 33 0,-81-40-79,-17-10-135,0 1-1,-1 1 1,0 0 0,0 1-1,10 9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2:05:44.0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108 1 24575,'19'31'0,"2"0"0,1-1 0,2-2 0,51 49 0,-48-50 0,174 163 0,-199-189 0,0 0 0,-1 1 0,1-1 0,-1 1 0,1-1 0,-1 1 0,0 0 0,0 0 0,1 0 0,-1 0 0,-1 0 0,1 0 0,0 0 0,0 0 0,-1 0 0,1 0 0,-1 0 0,0 0 0,1 4 0,-2-4 0,0 0 0,0-1 0,0 1 0,0 0 0,-1 0 0,1-1 0,-1 1 0,1 0 0,-1-1 0,1 1 0,-1-1 0,0 0 0,0 0 0,0 0 0,1 0 0,-1 0 0,0 0 0,0 0 0,-3 0 0,-66 25 0,-78 18 0,18-6 0,109-32-455,-1 0 0,-40 4 0,38-7-6371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2:05:44.0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3847 0 24575,'-2'12'0,"-1"-1"0,0 0 0,0 0 0,-1 0 0,0 0 0,-1-1 0,-1 1 0,0-1 0,-8 12 0,0 1 0,-262 408 0,88-144 0,115-170 0,-6-2 0,-5-5 0,-112 115 0,177-205 0,-2-2 0,0 0 0,0-2 0,-2 0 0,0-1 0,-1-1 0,0-2 0,-1 0 0,0-2 0,-1 0 0,0-2 0,0-1 0,-1-1 0,0-1 0,0-2 0,-55 1 0,69-4 0,-21 0 0,-1 0 0,0-3 0,1-1 0,-1-1 0,-58-18 0,59 9 0,0-1 0,2-2 0,0-1 0,0-1 0,2-2 0,1-1 0,-33-32 0,4 9 0,-3 1 0,-74-40 0,82 54 0,1-2 0,2-3 0,1-1 0,-48-49 0,-11-26 0,5-4 0,-157-229 0,245 321 0,-1 1 0,0 0 0,-2 2 0,-1 0 0,0 0 0,-38-27 0,41 38 0,0 0 0,0 2 0,-32-11 0,-27-13 0,25 1 0,37 21 0,0 1 0,0 0 0,-1 1 0,1 1 0,-2 0 0,-26-7 0,16 9 0,0-1 0,0-1 0,1-1 0,0-2 0,-42-20 0,57 24-136,-1 1-1,1 1 1,-1 0-1,0 0 1,0 1-1,0 0 1,-1 1-1,1 0 0,-15 1 1,1 0-6690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2:05:44.0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809 1 24575,'-5'4'0,"0"0"0,-1-1 0,0 1 0,1-1 0,-1 0 0,0-1 0,-8 4 0,-13 4 0,-257 145 0,-42 19 0,284-160 0,36-13 0,-1 0 0,1 1 0,0 0 0,0 0 0,0 1 0,0-1 0,1 1 0,-1 1 0,1-1 0,-8 7 0,12-10 0,1 1 0,-1 0 0,1 0 0,-1 0 0,1 1 0,0-1 0,-1 0 0,1 0 0,0 0 0,0 0 0,0 0 0,0 0 0,0 0 0,0 1 0,0-1 0,0 0 0,0 0 0,0 0 0,0 0 0,1 0 0,-1 0 0,1 0 0,-1 0 0,1 0 0,-1 0 0,1 0 0,-1 0 0,1 0 0,0 0 0,0 0 0,-1 0 0,1-1 0,0 1 0,0 0 0,2 1 0,41 28 0,-30-22 0,16 17 0,-2 2 0,-1 0 0,0 1 0,22 35 0,-24-33 0,-10-11 0,-2-3 0,0 1 0,2-2 0,24 22 0,-8-13-1365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F200C1-0F2E-48C1-8C8B-AD2D5548260A}" type="datetimeFigureOut">
              <a:rPr lang="id-ID" smtClean="0"/>
              <a:t>18/12/2024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F438C9-2A1A-47DD-A515-E5F114D9ADE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02221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3114-500B-EFA9-35FF-CA097AF719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BE4920-1727-EFA9-5FA7-750CAE4304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E2BA1-DBE7-135B-0B8C-F05EF7E7E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1418-05F9-4FD2-94A3-FE778DF7392A}" type="datetimeFigureOut">
              <a:rPr lang="id-ID" smtClean="0"/>
              <a:t>18/12/2024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18ACE-807E-C993-9314-E2BA5ACB1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A7A63-F95B-FCC9-94B4-408378C8C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E1DE6-5EBA-4AAB-AA46-FC444DC8937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32699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9E9DB-5A0F-374D-3363-9297EA1E2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383D0-0A02-DC39-CCE9-C7456A54B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B0321-8FB8-BAA4-4B67-1C03BE76A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1418-05F9-4FD2-94A3-FE778DF7392A}" type="datetimeFigureOut">
              <a:rPr lang="id-ID" smtClean="0"/>
              <a:t>18/12/2024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0AC16-AFAB-151A-CB3C-CAB57EB5F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BDEC1-DA3F-E205-2513-55A6642A0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E1DE6-5EBA-4AAB-AA46-FC444DC8937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77785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C721E-D4E5-02FF-26AB-2A6986140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45B83-8CAF-E82B-9D29-310C213BF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17FC7-13B5-A6C1-AE6D-EB191312B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1418-05F9-4FD2-94A3-FE778DF7392A}" type="datetimeFigureOut">
              <a:rPr lang="id-ID" smtClean="0"/>
              <a:t>18/12/2024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09291-9210-2A27-1CDC-B3B3B7419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685B9-F495-349C-A81C-FC966F9AC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E1DE6-5EBA-4AAB-AA46-FC444DC8937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31233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64F37-CF7C-EB05-9BE4-2A48E2C97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DC939-2DB3-73A2-1940-BD928BBFC9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30DC67-5BC3-D132-AF4B-E2B704823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C438C-5B69-E76F-EB61-2777B0491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1418-05F9-4FD2-94A3-FE778DF7392A}" type="datetimeFigureOut">
              <a:rPr lang="id-ID" smtClean="0"/>
              <a:t>18/12/2024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9A7CE-3BC8-B876-4D7F-392067907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52024-7F9C-AC92-3081-DDDDD7D0D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E1DE6-5EBA-4AAB-AA46-FC444DC8937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07646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58C05-26F7-A211-D603-FE713C7EC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75005-3BFC-D841-1EF1-018FC3987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419611-2410-EE3B-D550-CCFCD30FA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1BDA36-6672-DA95-C1CE-9069FC5FB3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37CE7D-A487-EB2E-8EC9-5946106F65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F02374-21EC-690A-5EA4-BE3402654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1418-05F9-4FD2-94A3-FE778DF7392A}" type="datetimeFigureOut">
              <a:rPr lang="id-ID" smtClean="0"/>
              <a:t>18/12/2024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6C73AB-8038-89E3-BD5E-B16FF71C6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CA4B79-C25E-C7CD-A702-86741688F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E1DE6-5EBA-4AAB-AA46-FC444DC8937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57388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BBBF6-3703-11CC-6943-738C21233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0A82C2-5A6A-A65F-AEB2-710C3E363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1418-05F9-4FD2-94A3-FE778DF7392A}" type="datetimeFigureOut">
              <a:rPr lang="id-ID" smtClean="0"/>
              <a:t>18/12/2024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14189D-6C6A-C605-C8E6-8923E7B44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66AB96-1E52-83D4-A591-353706284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E1DE6-5EBA-4AAB-AA46-FC444DC8937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39455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08A686-DB58-3F4A-2811-E3068E824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1418-05F9-4FD2-94A3-FE778DF7392A}" type="datetimeFigureOut">
              <a:rPr lang="id-ID" smtClean="0"/>
              <a:t>18/12/2024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73C659-EE8B-803E-C623-5C9C28733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58C8A-EB34-9BE9-DF5A-5F15547D9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E1DE6-5EBA-4AAB-AA46-FC444DC8937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66579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DCFC-A096-98F0-C91B-D6F31D1F5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88D5F-945B-C701-DEE1-12AF8119A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0CED71-4E6B-7D8A-E707-4BFC620D25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0D901-F63B-B1AF-5B5E-0500D2D4E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1418-05F9-4FD2-94A3-FE778DF7392A}" type="datetimeFigureOut">
              <a:rPr lang="id-ID" smtClean="0"/>
              <a:t>18/12/2024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832F9-082F-4F76-C736-9E79EBA5D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094EC-502B-9B1F-2DC6-215881797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E1DE6-5EBA-4AAB-AA46-FC444DC8937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98210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6EEF5-0A84-077C-F3C7-E4CDC3D71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934C22-CDBF-6D2D-054F-8B28B7E6BA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BAFB12-2DD7-C903-9FB6-C179A3C8F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8CF18-016E-1216-E25D-D44D39A99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1418-05F9-4FD2-94A3-FE778DF7392A}" type="datetimeFigureOut">
              <a:rPr lang="id-ID" smtClean="0"/>
              <a:t>18/12/2024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AB189-08DC-888E-4C60-8DE90C586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AB5E5-C415-4E08-B7CD-29EDFCA96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E1DE6-5EBA-4AAB-AA46-FC444DC8937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64280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33FA2-AE7E-9500-9B00-C990283CF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18B24-BFA4-141A-FD51-60AB66BCB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F5EC4-311B-1D8E-D1D4-7A9245B5F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1418-05F9-4FD2-94A3-FE778DF7392A}" type="datetimeFigureOut">
              <a:rPr lang="id-ID" smtClean="0"/>
              <a:t>18/12/2024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BE532-1F58-206C-0F8B-25DCBFF18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EAB55-B6F5-A9A1-EF1D-CAB3F7248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E1DE6-5EBA-4AAB-AA46-FC444DC8937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2930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92784-1E50-8330-430F-A12EA5008D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99E88A-F311-E3DF-49BB-F41B27B09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C099F-C72D-3713-95A2-4F74996B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1418-05F9-4FD2-94A3-FE778DF7392A}" type="datetimeFigureOut">
              <a:rPr lang="id-ID" smtClean="0"/>
              <a:t>18/12/2024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11B08-3A48-A726-CD3E-1E5432AC6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09324-98DF-AA6D-BF75-D0511A3DE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E1DE6-5EBA-4AAB-AA46-FC444DC8937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21541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0C4CCE-55BB-4F2A-5C58-2B96BFA7F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39929-5A4F-7919-F83A-3BA78307F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C1844-8F4B-9064-63E7-216B359193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31418-05F9-4FD2-94A3-FE778DF7392A}" type="datetimeFigureOut">
              <a:rPr lang="id-ID" smtClean="0"/>
              <a:t>18/12/2024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AF6C9-8CB3-9737-0A96-3CEB42C3D6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BE04D-34ED-BE2E-F9BF-68A44DFD3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E1DE6-5EBA-4AAB-AA46-FC444DC8937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55846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customXml" Target="../ink/ink6.xml"/><Relationship Id="rId18" Type="http://schemas.openxmlformats.org/officeDocument/2006/relationships/image" Target="../media/image58.png"/><Relationship Id="rId26" Type="http://schemas.openxmlformats.org/officeDocument/2006/relationships/image" Target="../media/image62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55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image" Target="../media/image21.jpg"/><Relationship Id="rId16" Type="http://schemas.openxmlformats.org/officeDocument/2006/relationships/image" Target="../media/image57.png"/><Relationship Id="rId20" Type="http://schemas.openxmlformats.org/officeDocument/2006/relationships/image" Target="../media/image59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customXml" Target="../ink/ink5.xml"/><Relationship Id="rId24" Type="http://schemas.openxmlformats.org/officeDocument/2006/relationships/image" Target="../media/image61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63.png"/><Relationship Id="rId10" Type="http://schemas.openxmlformats.org/officeDocument/2006/relationships/image" Target="../media/image54.png"/><Relationship Id="rId19" Type="http://schemas.openxmlformats.org/officeDocument/2006/relationships/customXml" Target="../ink/ink9.xml"/><Relationship Id="rId4" Type="http://schemas.openxmlformats.org/officeDocument/2006/relationships/image" Target="../media/image51.png"/><Relationship Id="rId9" Type="http://schemas.openxmlformats.org/officeDocument/2006/relationships/customXml" Target="../ink/ink4.xml"/><Relationship Id="rId14" Type="http://schemas.openxmlformats.org/officeDocument/2006/relationships/image" Target="../media/image56.png"/><Relationship Id="rId22" Type="http://schemas.openxmlformats.org/officeDocument/2006/relationships/image" Target="../media/image60.png"/><Relationship Id="rId27" Type="http://schemas.openxmlformats.org/officeDocument/2006/relationships/customXml" Target="../ink/ink13.xml"/><Relationship Id="rId30" Type="http://schemas.openxmlformats.org/officeDocument/2006/relationships/image" Target="../media/image6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BF728-765C-37DD-7ADD-7478F69196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86480" y="184383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id-ID" dirty="0">
                <a:solidFill>
                  <a:srgbClr val="FFFFFF"/>
                </a:solidFill>
                <a:latin typeface="Boleh" pitchFamily="50" charset="0"/>
              </a:rPr>
              <a:t>Membuat</a:t>
            </a:r>
            <a:br>
              <a:rPr lang="id-ID" dirty="0">
                <a:solidFill>
                  <a:srgbClr val="FFFFFF"/>
                </a:solidFill>
                <a:latin typeface="Boleh" pitchFamily="50" charset="0"/>
              </a:rPr>
            </a:br>
            <a:r>
              <a:rPr lang="id-ID" sz="8000" dirty="0">
                <a:solidFill>
                  <a:srgbClr val="FFFFFF"/>
                </a:solidFill>
                <a:latin typeface="Boleh" pitchFamily="50" charset="0"/>
              </a:rPr>
              <a:t>Storyboard</a:t>
            </a:r>
            <a:br>
              <a:rPr lang="id-ID" sz="8000" dirty="0">
                <a:solidFill>
                  <a:srgbClr val="FFFFFF"/>
                </a:solidFill>
                <a:latin typeface="Boleh" pitchFamily="50" charset="0"/>
              </a:rPr>
            </a:br>
            <a:r>
              <a:rPr lang="id-ID" dirty="0">
                <a:solidFill>
                  <a:srgbClr val="FFFFFF"/>
                </a:solidFill>
                <a:latin typeface="Boleh" pitchFamily="50" charset="0"/>
              </a:rPr>
              <a:t>yang Dinamis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0E5C27-87D6-09B0-6D53-2795DFE2420A}"/>
              </a:ext>
            </a:extLst>
          </p:cNvPr>
          <p:cNvSpPr/>
          <p:nvPr/>
        </p:nvSpPr>
        <p:spPr>
          <a:xfrm>
            <a:off x="6003634" y="2551837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endParaRPr lang="id-ID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5F47E82-D56C-C31A-2AC5-138B72DC8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5397" r="-1" b="7500"/>
          <a:stretch/>
        </p:blipFill>
        <p:spPr>
          <a:xfrm flipH="1">
            <a:off x="283230" y="1021290"/>
            <a:ext cx="4914143" cy="4815419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87EAF28-3BBA-8EB0-2A73-CA0FF188BF07}"/>
              </a:ext>
            </a:extLst>
          </p:cNvPr>
          <p:cNvSpPr/>
          <p:nvPr/>
        </p:nvSpPr>
        <p:spPr>
          <a:xfrm>
            <a:off x="5601408" y="4323508"/>
            <a:ext cx="4914143" cy="399844"/>
          </a:xfrm>
          <a:prstGeom prst="roundRect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FCD4BF54-7394-521E-889C-EDCED53CD4F8}"/>
              </a:ext>
            </a:extLst>
          </p:cNvPr>
          <p:cNvSpPr txBox="1">
            <a:spLocks/>
          </p:cNvSpPr>
          <p:nvPr/>
        </p:nvSpPr>
        <p:spPr>
          <a:xfrm>
            <a:off x="3486480" y="4323508"/>
            <a:ext cx="9144000" cy="10309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 b="1" dirty="0">
                <a:solidFill>
                  <a:srgbClr val="0E4028"/>
                </a:solidFill>
                <a:latin typeface="Vertiky" pitchFamily="2" charset="0"/>
              </a:rPr>
              <a:t>Kelas Intensif Ilustrasi Cerita Anak</a:t>
            </a:r>
          </a:p>
          <a:p>
            <a:r>
              <a:rPr lang="id-ID" dirty="0">
                <a:solidFill>
                  <a:srgbClr val="FFFFFF"/>
                </a:solidFill>
                <a:latin typeface="Vertiky" pitchFamily="2" charset="0"/>
              </a:rPr>
              <a:t>@irsalinadwp x @milkhatf x sebingkisah </a:t>
            </a:r>
          </a:p>
        </p:txBody>
      </p:sp>
    </p:spTree>
    <p:extLst>
      <p:ext uri="{BB962C8B-B14F-4D97-AF65-F5344CB8AC3E}">
        <p14:creationId xmlns:p14="http://schemas.microsoft.com/office/powerpoint/2010/main" val="1461257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3A51-6D03-8015-91AD-70334342A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6462"/>
            <a:ext cx="10515600" cy="6967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sz="4000" dirty="0">
                <a:solidFill>
                  <a:schemeClr val="bg1"/>
                </a:solidFill>
                <a:latin typeface="Boleh" pitchFamily="50" charset="0"/>
              </a:rPr>
              <a:t>Why buat Storyboard?</a:t>
            </a:r>
          </a:p>
          <a:p>
            <a:pPr marL="0" indent="0" algn="ctr">
              <a:buNone/>
            </a:pPr>
            <a:endParaRPr lang="id-ID" sz="2000" dirty="0">
              <a:solidFill>
                <a:schemeClr val="bg1"/>
              </a:solidFill>
              <a:latin typeface="Vertiky" pitchFamily="2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49BC0EA-1172-A83A-5F15-130B5088B482}"/>
              </a:ext>
            </a:extLst>
          </p:cNvPr>
          <p:cNvSpPr txBox="1">
            <a:spLocks/>
          </p:cNvSpPr>
          <p:nvPr/>
        </p:nvSpPr>
        <p:spPr>
          <a:xfrm>
            <a:off x="1297858" y="2983322"/>
            <a:ext cx="9596284" cy="260282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id-ID" sz="2400" dirty="0">
                <a:solidFill>
                  <a:schemeClr val="bg1"/>
                </a:solidFill>
                <a:latin typeface="Vertiky" pitchFamily="2" charset="0"/>
              </a:rPr>
              <a:t>Kita bisa mengetahui rancangan ilustrasi buku secara menyeluruh sehingga kita dapat melihat flow visual  ilustrasi; keberagaman komposisi, perspektif, shot agar ilustrasi yang kita buat tidak monoton dsetiap spread yang berdekatan; serta melihat layout buku yang sedang kita buat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id-ID" sz="2400" dirty="0">
                <a:solidFill>
                  <a:schemeClr val="bg1"/>
                </a:solidFill>
                <a:latin typeface="Vertiky" pitchFamily="2" charset="0"/>
              </a:rPr>
              <a:t>Kita bisa mengkomunikasikan ide ilustrasi kita dengan mudah kepada penulis, editor, atau penerbit</a:t>
            </a:r>
          </a:p>
          <a:p>
            <a:pPr algn="ctr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AutoNum type="arabicPeriod"/>
            </a:pPr>
            <a:endParaRPr lang="id-ID" sz="1000" dirty="0">
              <a:solidFill>
                <a:schemeClr val="bg1"/>
              </a:solidFill>
              <a:latin typeface="Vertik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302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ED903-4D16-1D8D-597B-0034C486D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429" y="698828"/>
            <a:ext cx="11683142" cy="1325563"/>
          </a:xfrm>
        </p:spPr>
        <p:txBody>
          <a:bodyPr>
            <a:normAutofit/>
          </a:bodyPr>
          <a:lstStyle/>
          <a:p>
            <a:pPr algn="ctr"/>
            <a:r>
              <a:rPr lang="id-ID" sz="3600" dirty="0">
                <a:solidFill>
                  <a:schemeClr val="bg1"/>
                </a:solidFill>
                <a:latin typeface="Boleh" pitchFamily="50" charset="0"/>
              </a:rPr>
              <a:t>4. Point penting dalam </a:t>
            </a:r>
            <a:br>
              <a:rPr lang="id-ID" sz="3600" dirty="0">
                <a:solidFill>
                  <a:schemeClr val="bg1"/>
                </a:solidFill>
                <a:latin typeface="Boleh" pitchFamily="50" charset="0"/>
              </a:rPr>
            </a:br>
            <a:r>
              <a:rPr lang="id-ID" sz="3600" dirty="0">
                <a:solidFill>
                  <a:schemeClr val="bg1"/>
                </a:solidFill>
                <a:latin typeface="Boleh" pitchFamily="50" charset="0"/>
              </a:rPr>
              <a:t>pembuatan storyboard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01B3BF-DD9B-4FF8-42BF-42355BC162A5}"/>
              </a:ext>
            </a:extLst>
          </p:cNvPr>
          <p:cNvSpPr txBox="1">
            <a:spLocks/>
          </p:cNvSpPr>
          <p:nvPr/>
        </p:nvSpPr>
        <p:spPr>
          <a:xfrm>
            <a:off x="9211160" y="1557303"/>
            <a:ext cx="2726411" cy="1200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id-ID" sz="1800" dirty="0">
              <a:solidFill>
                <a:schemeClr val="bg1"/>
              </a:solidFill>
              <a:latin typeface="Boleh" pitchFamily="50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2F1C764-837A-B355-FC35-26AA3331D599}"/>
              </a:ext>
            </a:extLst>
          </p:cNvPr>
          <p:cNvGrpSpPr/>
          <p:nvPr/>
        </p:nvGrpSpPr>
        <p:grpSpPr>
          <a:xfrm>
            <a:off x="8702559" y="2012472"/>
            <a:ext cx="3070341" cy="4369991"/>
            <a:chOff x="9022599" y="2583474"/>
            <a:chExt cx="2914972" cy="3302833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7FF897D-3A24-B3E4-3863-E58CF57E59E2}"/>
                </a:ext>
              </a:extLst>
            </p:cNvPr>
            <p:cNvSpPr/>
            <p:nvPr/>
          </p:nvSpPr>
          <p:spPr>
            <a:xfrm>
              <a:off x="9022599" y="2583474"/>
              <a:ext cx="551482" cy="364790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2400" b="1" dirty="0">
                  <a:solidFill>
                    <a:srgbClr val="0E4028"/>
                  </a:solidFill>
                  <a:latin typeface="Vertiky" pitchFamily="2" charset="0"/>
                </a:rPr>
                <a:t>a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12D6BA9-985D-4D38-CD6A-B67AD4EA6D25}"/>
                </a:ext>
              </a:extLst>
            </p:cNvPr>
            <p:cNvSpPr/>
            <p:nvPr/>
          </p:nvSpPr>
          <p:spPr>
            <a:xfrm>
              <a:off x="9650278" y="2583474"/>
              <a:ext cx="2287293" cy="364790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2400" b="1" dirty="0">
                  <a:solidFill>
                    <a:srgbClr val="0E4028"/>
                  </a:solidFill>
                  <a:latin typeface="Vertiky" pitchFamily="2" charset="0"/>
                </a:rPr>
                <a:t>Flow visual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88F36E7C-263C-5A38-A02C-563933583D3F}"/>
                </a:ext>
              </a:extLst>
            </p:cNvPr>
            <p:cNvSpPr/>
            <p:nvPr/>
          </p:nvSpPr>
          <p:spPr>
            <a:xfrm>
              <a:off x="9022599" y="2997062"/>
              <a:ext cx="551482" cy="364790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2400" b="1" dirty="0">
                  <a:solidFill>
                    <a:srgbClr val="0E4028"/>
                  </a:solidFill>
                  <a:latin typeface="Vertiky" pitchFamily="2" charset="0"/>
                </a:rPr>
                <a:t>b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474552B-B314-57EF-6D48-14BB218F666F}"/>
                </a:ext>
              </a:extLst>
            </p:cNvPr>
            <p:cNvSpPr/>
            <p:nvPr/>
          </p:nvSpPr>
          <p:spPr>
            <a:xfrm>
              <a:off x="9650278" y="2997062"/>
              <a:ext cx="2287293" cy="364790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2400" b="1" dirty="0">
                  <a:solidFill>
                    <a:srgbClr val="0E4028"/>
                  </a:solidFill>
                  <a:latin typeface="Vertiky" pitchFamily="2" charset="0"/>
                </a:rPr>
                <a:t>Perspektif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050AE5E-0EC7-C8D6-33E3-3648CD209838}"/>
                </a:ext>
              </a:extLst>
            </p:cNvPr>
            <p:cNvSpPr/>
            <p:nvPr/>
          </p:nvSpPr>
          <p:spPr>
            <a:xfrm>
              <a:off x="9022599" y="3416676"/>
              <a:ext cx="551482" cy="364790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2400" b="1" dirty="0">
                  <a:solidFill>
                    <a:srgbClr val="0E4028"/>
                  </a:solidFill>
                  <a:latin typeface="Vertiky" pitchFamily="2" charset="0"/>
                </a:rPr>
                <a:t>c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4EBF0C6-1DC4-E2E3-DBE9-86BFEFDEAF68}"/>
                </a:ext>
              </a:extLst>
            </p:cNvPr>
            <p:cNvSpPr/>
            <p:nvPr/>
          </p:nvSpPr>
          <p:spPr>
            <a:xfrm>
              <a:off x="9650278" y="3416676"/>
              <a:ext cx="2287293" cy="364790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2400" b="1" dirty="0">
                  <a:solidFill>
                    <a:srgbClr val="0E4028"/>
                  </a:solidFill>
                  <a:latin typeface="Vertiky" pitchFamily="2" charset="0"/>
                </a:rPr>
                <a:t>Shot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56615EC-270B-EDFE-F817-6FD67411D810}"/>
                </a:ext>
              </a:extLst>
            </p:cNvPr>
            <p:cNvSpPr/>
            <p:nvPr/>
          </p:nvSpPr>
          <p:spPr>
            <a:xfrm>
              <a:off x="9022599" y="3830264"/>
              <a:ext cx="551482" cy="364790"/>
            </a:xfrm>
            <a:prstGeom prst="roundRect">
              <a:avLst/>
            </a:prstGeom>
            <a:solidFill>
              <a:srgbClr val="FFFF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2400" b="1" dirty="0">
                  <a:solidFill>
                    <a:srgbClr val="0E4028"/>
                  </a:solidFill>
                  <a:latin typeface="Vertiky" pitchFamily="2" charset="0"/>
                </a:rPr>
                <a:t>d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824EA4A-0095-969D-934B-B53F272FA26C}"/>
                </a:ext>
              </a:extLst>
            </p:cNvPr>
            <p:cNvSpPr/>
            <p:nvPr/>
          </p:nvSpPr>
          <p:spPr>
            <a:xfrm>
              <a:off x="9650278" y="3830264"/>
              <a:ext cx="2287293" cy="364790"/>
            </a:xfrm>
            <a:prstGeom prst="roundRect">
              <a:avLst/>
            </a:prstGeom>
            <a:solidFill>
              <a:srgbClr val="FFFF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2400" b="1" dirty="0">
                  <a:solidFill>
                    <a:srgbClr val="0E4028"/>
                  </a:solidFill>
                  <a:latin typeface="Vertiky" pitchFamily="2" charset="0"/>
                </a:rPr>
                <a:t>Komposisi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7CF9C3A-A16E-C653-2566-7642C20D0A38}"/>
                </a:ext>
              </a:extLst>
            </p:cNvPr>
            <p:cNvSpPr/>
            <p:nvPr/>
          </p:nvSpPr>
          <p:spPr>
            <a:xfrm>
              <a:off x="9022599" y="4274727"/>
              <a:ext cx="551482" cy="364790"/>
            </a:xfrm>
            <a:prstGeom prst="roundRect">
              <a:avLst/>
            </a:prstGeom>
            <a:solidFill>
              <a:srgbClr val="FFFF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2400" b="1" dirty="0">
                  <a:solidFill>
                    <a:srgbClr val="0E4028"/>
                  </a:solidFill>
                  <a:latin typeface="Vertiky" pitchFamily="2" charset="0"/>
                </a:rPr>
                <a:t>e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29EAD8B-4B63-6926-AB74-1AE6E80AD81E}"/>
                </a:ext>
              </a:extLst>
            </p:cNvPr>
            <p:cNvSpPr/>
            <p:nvPr/>
          </p:nvSpPr>
          <p:spPr>
            <a:xfrm>
              <a:off x="9650278" y="5103768"/>
              <a:ext cx="2287293" cy="364790"/>
            </a:xfrm>
            <a:prstGeom prst="roundRect">
              <a:avLst/>
            </a:prstGeom>
            <a:solidFill>
              <a:srgbClr val="FFFF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2400" b="1" dirty="0">
                  <a:solidFill>
                    <a:srgbClr val="0E4028"/>
                  </a:solidFill>
                  <a:latin typeface="Vertiky" pitchFamily="2" charset="0"/>
                </a:rPr>
                <a:t>Jenis halaman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FDF843B-DA3C-13F1-541B-5BCC3B6626A7}"/>
                </a:ext>
              </a:extLst>
            </p:cNvPr>
            <p:cNvSpPr/>
            <p:nvPr/>
          </p:nvSpPr>
          <p:spPr>
            <a:xfrm>
              <a:off x="9022599" y="4688315"/>
              <a:ext cx="551482" cy="364790"/>
            </a:xfrm>
            <a:prstGeom prst="roundRect">
              <a:avLst/>
            </a:prstGeom>
            <a:solidFill>
              <a:srgbClr val="FFFF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2400" b="1" dirty="0">
                  <a:solidFill>
                    <a:srgbClr val="0E4028"/>
                  </a:solidFill>
                  <a:latin typeface="Vertiky" pitchFamily="2" charset="0"/>
                </a:rPr>
                <a:t>f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9D97743C-3189-30EB-28E3-68A97DBD4B81}"/>
                </a:ext>
              </a:extLst>
            </p:cNvPr>
            <p:cNvSpPr/>
            <p:nvPr/>
          </p:nvSpPr>
          <p:spPr>
            <a:xfrm>
              <a:off x="9650278" y="5521517"/>
              <a:ext cx="2287293" cy="364790"/>
            </a:xfrm>
            <a:prstGeom prst="roundRect">
              <a:avLst/>
            </a:prstGeom>
            <a:solidFill>
              <a:srgbClr val="FFFF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2400" b="1" dirty="0">
                  <a:solidFill>
                    <a:srgbClr val="0E4028"/>
                  </a:solidFill>
                  <a:latin typeface="Vertiky" pitchFamily="2" charset="0"/>
                </a:rPr>
                <a:t>Layout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9D2AC9E5-0321-211F-03CE-D43AC1EC0D6E}"/>
                </a:ext>
              </a:extLst>
            </p:cNvPr>
            <p:cNvSpPr/>
            <p:nvPr/>
          </p:nvSpPr>
          <p:spPr>
            <a:xfrm>
              <a:off x="9022599" y="5107929"/>
              <a:ext cx="551482" cy="364790"/>
            </a:xfrm>
            <a:prstGeom prst="roundRect">
              <a:avLst/>
            </a:prstGeom>
            <a:solidFill>
              <a:srgbClr val="FFFF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2400" b="1" dirty="0">
                  <a:solidFill>
                    <a:srgbClr val="0E4028"/>
                  </a:solidFill>
                  <a:latin typeface="Vertiky" pitchFamily="2" charset="0"/>
                </a:rPr>
                <a:t>g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E3597415-5E25-42D6-D705-6B766DF8EF3F}"/>
                </a:ext>
              </a:extLst>
            </p:cNvPr>
            <p:cNvSpPr/>
            <p:nvPr/>
          </p:nvSpPr>
          <p:spPr>
            <a:xfrm>
              <a:off x="9650278" y="4278676"/>
              <a:ext cx="2287293" cy="364790"/>
            </a:xfrm>
            <a:prstGeom prst="roundRect">
              <a:avLst/>
            </a:prstGeom>
            <a:solidFill>
              <a:srgbClr val="FFFF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2400" b="1" dirty="0">
                  <a:solidFill>
                    <a:srgbClr val="0E4028"/>
                  </a:solidFill>
                  <a:latin typeface="Vertiky" pitchFamily="2" charset="0"/>
                </a:rPr>
                <a:t>Focal point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0C9FC6E7-7C48-9DF8-2579-B5488950EE74}"/>
                </a:ext>
              </a:extLst>
            </p:cNvPr>
            <p:cNvSpPr/>
            <p:nvPr/>
          </p:nvSpPr>
          <p:spPr>
            <a:xfrm>
              <a:off x="9022599" y="5521517"/>
              <a:ext cx="551482" cy="364790"/>
            </a:xfrm>
            <a:prstGeom prst="roundRect">
              <a:avLst/>
            </a:prstGeom>
            <a:solidFill>
              <a:srgbClr val="FFFF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2400" b="1" dirty="0">
                  <a:solidFill>
                    <a:srgbClr val="0E4028"/>
                  </a:solidFill>
                  <a:latin typeface="Vertiky" pitchFamily="2" charset="0"/>
                </a:rPr>
                <a:t>h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622B21A9-2748-1F2B-A3F7-886BC95B88B5}"/>
                </a:ext>
              </a:extLst>
            </p:cNvPr>
            <p:cNvSpPr/>
            <p:nvPr/>
          </p:nvSpPr>
          <p:spPr>
            <a:xfrm>
              <a:off x="9650278" y="4690554"/>
              <a:ext cx="2287293" cy="364790"/>
            </a:xfrm>
            <a:prstGeom prst="roundRect">
              <a:avLst/>
            </a:prstGeom>
            <a:solidFill>
              <a:srgbClr val="FFFF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2200" b="1" dirty="0">
                  <a:solidFill>
                    <a:srgbClr val="0E4028"/>
                  </a:solidFill>
                  <a:latin typeface="Vertiky" pitchFamily="2" charset="0"/>
                </a:rPr>
                <a:t>Posisi dan Ukuran</a:t>
              </a: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0719B336-02FA-D30A-27FB-1B6AA598A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009" y="1972501"/>
            <a:ext cx="8283459" cy="4417845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DFB9F31-EE1E-E40D-9C4A-630006D5C5A9}"/>
              </a:ext>
            </a:extLst>
          </p:cNvPr>
          <p:cNvSpPr txBox="1">
            <a:spLocks/>
          </p:cNvSpPr>
          <p:nvPr/>
        </p:nvSpPr>
        <p:spPr>
          <a:xfrm>
            <a:off x="254429" y="6412749"/>
            <a:ext cx="1596304" cy="296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id-ID" sz="1400" dirty="0">
                <a:solidFill>
                  <a:schemeClr val="bg1"/>
                </a:solidFill>
                <a:latin typeface="Vertiky" pitchFamily="2" charset="0"/>
              </a:rPr>
              <a:t>Sumber : Pinterest</a:t>
            </a:r>
          </a:p>
        </p:txBody>
      </p:sp>
    </p:spTree>
    <p:extLst>
      <p:ext uri="{BB962C8B-B14F-4D97-AF65-F5344CB8AC3E}">
        <p14:creationId xmlns:p14="http://schemas.microsoft.com/office/powerpoint/2010/main" val="715116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72BFB-09A4-5DBB-9835-002515EED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2A8D7-65A9-476C-8DDF-8D903AF48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2703706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d. Komposisi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00371-7E6C-6347-9E69-9908A3C58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071" y="3432207"/>
            <a:ext cx="8363857" cy="1153276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id-ID" sz="2000" dirty="0">
                <a:solidFill>
                  <a:schemeClr val="bg1"/>
                </a:solidFill>
                <a:latin typeface="Vertiky" pitchFamily="2" charset="0"/>
              </a:rPr>
              <a:t>Cara menyusun dan mengatur objek pada ilustrasi agar terlihat dan mampu membuat pembaca bertahan lama menikmati ilustrasi. Komposisi biasanya ditentukan setelah menentukan focal point yang ingin di tonjolkan</a:t>
            </a:r>
            <a:endParaRPr lang="id-ID" sz="1100" dirty="0">
              <a:solidFill>
                <a:schemeClr val="bg1"/>
              </a:solidFill>
              <a:latin typeface="Vertik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719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DD819-A081-ED7C-DB1F-AFC52C9CA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78D11-A4C8-DC59-3D4C-E4092A8CC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d. Komposisi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EB1BF-B0CA-04CA-D7FD-8C7A6DBB6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071" y="1356245"/>
            <a:ext cx="8363857" cy="5451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Rule of Third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4887FA-0F03-BD99-3737-ED963229C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009" y="2218926"/>
            <a:ext cx="7589098" cy="387198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57CF24F-65FF-41E5-DD14-BD8C2A47DA2F}"/>
              </a:ext>
            </a:extLst>
          </p:cNvPr>
          <p:cNvGrpSpPr/>
          <p:nvPr/>
        </p:nvGrpSpPr>
        <p:grpSpPr>
          <a:xfrm>
            <a:off x="2091872" y="1683657"/>
            <a:ext cx="7997372" cy="5021943"/>
            <a:chOff x="2091872" y="1683657"/>
            <a:chExt cx="7997372" cy="502194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612B668-E692-9A41-2B2F-FE602D8C2EA9}"/>
                </a:ext>
              </a:extLst>
            </p:cNvPr>
            <p:cNvCxnSpPr/>
            <p:nvPr/>
          </p:nvCxnSpPr>
          <p:spPr>
            <a:xfrm>
              <a:off x="4759330" y="1683657"/>
              <a:ext cx="0" cy="502194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C3AF0E4-EA9E-369A-A29B-194D1DF8FA42}"/>
                </a:ext>
              </a:extLst>
            </p:cNvPr>
            <p:cNvCxnSpPr/>
            <p:nvPr/>
          </p:nvCxnSpPr>
          <p:spPr>
            <a:xfrm>
              <a:off x="7393596" y="1683657"/>
              <a:ext cx="0" cy="502194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A7A55F6-0C01-14F6-687F-5C1571E299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91872" y="3548615"/>
              <a:ext cx="7997372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0E1D4AA-0875-7782-E44A-BE44B8B128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91872" y="4923059"/>
              <a:ext cx="7997372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2126DAF-7828-4AE7-65E3-29110822F256}"/>
              </a:ext>
            </a:extLst>
          </p:cNvPr>
          <p:cNvSpPr txBox="1">
            <a:spLocks/>
          </p:cNvSpPr>
          <p:nvPr/>
        </p:nvSpPr>
        <p:spPr>
          <a:xfrm>
            <a:off x="2267820" y="6214378"/>
            <a:ext cx="1596304" cy="296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id-ID" sz="1400" dirty="0">
                <a:solidFill>
                  <a:schemeClr val="bg1"/>
                </a:solidFill>
                <a:latin typeface="Vertiky" pitchFamily="2" charset="0"/>
              </a:rPr>
              <a:t>Sumber : Pinterest</a:t>
            </a:r>
          </a:p>
        </p:txBody>
      </p:sp>
    </p:spTree>
    <p:extLst>
      <p:ext uri="{BB962C8B-B14F-4D97-AF65-F5344CB8AC3E}">
        <p14:creationId xmlns:p14="http://schemas.microsoft.com/office/powerpoint/2010/main" val="726927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54422-F053-A782-B1EF-1FDC884D6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F5A0652-0B90-6BE1-2758-70DA2E8DB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132" y="2208332"/>
            <a:ext cx="7599975" cy="38931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962728-D774-1EDB-060F-4DFD8DA1B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d. Komposisi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288BE-5095-4A3B-D259-E5307578B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071" y="1356245"/>
            <a:ext cx="8363857" cy="5451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Rule of Third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3FEC8F3-53EF-0951-D549-920439903935}"/>
              </a:ext>
            </a:extLst>
          </p:cNvPr>
          <p:cNvGrpSpPr/>
          <p:nvPr/>
        </p:nvGrpSpPr>
        <p:grpSpPr>
          <a:xfrm>
            <a:off x="2091872" y="1683657"/>
            <a:ext cx="7997372" cy="5021943"/>
            <a:chOff x="2091872" y="1683657"/>
            <a:chExt cx="7997372" cy="502194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FF3C7E9-9E44-0051-04D6-947B697EEBDE}"/>
                </a:ext>
              </a:extLst>
            </p:cNvPr>
            <p:cNvCxnSpPr/>
            <p:nvPr/>
          </p:nvCxnSpPr>
          <p:spPr>
            <a:xfrm>
              <a:off x="4735884" y="1683657"/>
              <a:ext cx="0" cy="502194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59050F0-DD8B-2168-3230-8780ED04FF22}"/>
                </a:ext>
              </a:extLst>
            </p:cNvPr>
            <p:cNvCxnSpPr/>
            <p:nvPr/>
          </p:nvCxnSpPr>
          <p:spPr>
            <a:xfrm>
              <a:off x="7452211" y="1683657"/>
              <a:ext cx="0" cy="502194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38F9B6F-272A-FC5C-81F8-FE8A266CC6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91872" y="3549679"/>
              <a:ext cx="7997372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1B5CEF2-1E9C-EA6E-F908-B63C73FBB7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91872" y="4887890"/>
              <a:ext cx="7997372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0A777FC-4BFB-815E-4035-8A125DA625FC}"/>
              </a:ext>
            </a:extLst>
          </p:cNvPr>
          <p:cNvSpPr txBox="1">
            <a:spLocks/>
          </p:cNvSpPr>
          <p:nvPr/>
        </p:nvSpPr>
        <p:spPr>
          <a:xfrm>
            <a:off x="2285132" y="6214378"/>
            <a:ext cx="1596304" cy="296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id-ID" sz="1400" dirty="0">
                <a:solidFill>
                  <a:schemeClr val="bg1"/>
                </a:solidFill>
                <a:latin typeface="Vertiky" pitchFamily="2" charset="0"/>
              </a:rPr>
              <a:t>Sumber : Pinterest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3FC34DC-85BB-0339-D5CD-504C8026207C}"/>
              </a:ext>
            </a:extLst>
          </p:cNvPr>
          <p:cNvSpPr/>
          <p:nvPr/>
        </p:nvSpPr>
        <p:spPr>
          <a:xfrm>
            <a:off x="4574248" y="3429000"/>
            <a:ext cx="345246" cy="36376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74C9509-FC61-FD72-456E-39DEBE732CA0}"/>
              </a:ext>
            </a:extLst>
          </p:cNvPr>
          <p:cNvSpPr/>
          <p:nvPr/>
        </p:nvSpPr>
        <p:spPr>
          <a:xfrm>
            <a:off x="4574248" y="4704293"/>
            <a:ext cx="345246" cy="36376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8BCE574-30B2-A003-E9AA-6935A6AD8795}"/>
              </a:ext>
            </a:extLst>
          </p:cNvPr>
          <p:cNvSpPr/>
          <p:nvPr/>
        </p:nvSpPr>
        <p:spPr>
          <a:xfrm>
            <a:off x="7279588" y="3379523"/>
            <a:ext cx="345246" cy="36376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45E4615-6B7F-38B7-20A4-2D8BB81CE08C}"/>
              </a:ext>
            </a:extLst>
          </p:cNvPr>
          <p:cNvSpPr/>
          <p:nvPr/>
        </p:nvSpPr>
        <p:spPr>
          <a:xfrm>
            <a:off x="7285912" y="4704293"/>
            <a:ext cx="345246" cy="36376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5914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7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58674-3731-6FFB-44B3-25346E81F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E620B-9C4A-E788-101A-BBD8BDA2D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d. Komposisi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041DF9-2328-C7B6-0C59-A40C9B0A40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358" y="2052411"/>
            <a:ext cx="7010400" cy="394335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766208C-903F-A152-7E2E-F8636C31D7A7}"/>
              </a:ext>
            </a:extLst>
          </p:cNvPr>
          <p:cNvSpPr txBox="1">
            <a:spLocks/>
          </p:cNvSpPr>
          <p:nvPr/>
        </p:nvSpPr>
        <p:spPr>
          <a:xfrm>
            <a:off x="1914071" y="1356245"/>
            <a:ext cx="8363857" cy="545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d-ID">
                <a:solidFill>
                  <a:schemeClr val="bg1"/>
                </a:solidFill>
                <a:latin typeface="Vertiky" pitchFamily="2" charset="0"/>
              </a:rPr>
              <a:t>Rule of Third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8CC3E65-D4AD-8452-21E0-B2CC9A04BB74}"/>
              </a:ext>
            </a:extLst>
          </p:cNvPr>
          <p:cNvGrpSpPr/>
          <p:nvPr/>
        </p:nvGrpSpPr>
        <p:grpSpPr>
          <a:xfrm>
            <a:off x="2091872" y="1683657"/>
            <a:ext cx="7997372" cy="5021943"/>
            <a:chOff x="2091872" y="1683657"/>
            <a:chExt cx="7997372" cy="5021943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DB42DF9-6807-5BAB-6BB3-F712533AB50B}"/>
                </a:ext>
              </a:extLst>
            </p:cNvPr>
            <p:cNvCxnSpPr/>
            <p:nvPr/>
          </p:nvCxnSpPr>
          <p:spPr>
            <a:xfrm>
              <a:off x="4847770" y="1683657"/>
              <a:ext cx="0" cy="502194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FF6CE92-F70A-11EA-D296-A3BD4D489E54}"/>
                </a:ext>
              </a:extLst>
            </p:cNvPr>
            <p:cNvCxnSpPr/>
            <p:nvPr/>
          </p:nvCxnSpPr>
          <p:spPr>
            <a:xfrm>
              <a:off x="7386585" y="1683657"/>
              <a:ext cx="0" cy="502194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6F9FD20-E48F-575D-7DF6-A7CBE4FFD6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91872" y="3399969"/>
              <a:ext cx="7997372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BCA002F-2116-2D32-B9C6-CBA208E905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91872" y="4833260"/>
              <a:ext cx="7997372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71C03EA6-4CEC-E4CE-D36D-BAFAEC4C330B}"/>
              </a:ext>
            </a:extLst>
          </p:cNvPr>
          <p:cNvSpPr txBox="1">
            <a:spLocks/>
          </p:cNvSpPr>
          <p:nvPr/>
        </p:nvSpPr>
        <p:spPr>
          <a:xfrm>
            <a:off x="2582769" y="6082255"/>
            <a:ext cx="1596304" cy="296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id-ID" sz="1400" dirty="0">
                <a:solidFill>
                  <a:schemeClr val="bg1"/>
                </a:solidFill>
                <a:latin typeface="Vertiky" pitchFamily="2" charset="0"/>
              </a:rPr>
              <a:t>Sumber : Pinterest</a:t>
            </a:r>
          </a:p>
        </p:txBody>
      </p:sp>
    </p:spTree>
    <p:extLst>
      <p:ext uri="{BB962C8B-B14F-4D97-AF65-F5344CB8AC3E}">
        <p14:creationId xmlns:p14="http://schemas.microsoft.com/office/powerpoint/2010/main" val="1694442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9F6D4-45F0-865A-7B72-0F331445B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4BEAB-9E4F-77A5-CF29-D4993821C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d. Komposisi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36045-7F79-7D64-E724-1305D1E22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071" y="1356245"/>
            <a:ext cx="8363857" cy="5451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Triangle / Pyramid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51BB57-BE88-AD22-2CB9-396581A05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015" y="1901372"/>
            <a:ext cx="7783967" cy="467305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595B298-24F2-8D75-468B-8FAED3D8C439}"/>
              </a:ext>
            </a:extLst>
          </p:cNvPr>
          <p:cNvGrpSpPr/>
          <p:nvPr/>
        </p:nvGrpSpPr>
        <p:grpSpPr>
          <a:xfrm>
            <a:off x="6647543" y="4372425"/>
            <a:ext cx="1103086" cy="1375232"/>
            <a:chOff x="6647543" y="4372425"/>
            <a:chExt cx="1103086" cy="137523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7575AA7-8AB3-A06B-5445-0B9FB1663A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39643" y="4372426"/>
              <a:ext cx="810986" cy="53340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70B5C43-7D0B-6E01-4D75-FE82BC8942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7543" y="4372425"/>
              <a:ext cx="292100" cy="137523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5F0B953-81E8-D08C-4AC4-A8ADB7E7A3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7543" y="4905829"/>
              <a:ext cx="1102009" cy="84182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D849ECF-343D-E614-E963-8679DE53B320}"/>
              </a:ext>
            </a:extLst>
          </p:cNvPr>
          <p:cNvSpPr txBox="1">
            <a:spLocks/>
          </p:cNvSpPr>
          <p:nvPr/>
        </p:nvSpPr>
        <p:spPr>
          <a:xfrm>
            <a:off x="2201769" y="6539455"/>
            <a:ext cx="1596304" cy="296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id-ID" sz="1400" dirty="0">
                <a:solidFill>
                  <a:schemeClr val="bg1"/>
                </a:solidFill>
                <a:latin typeface="Vertiky" pitchFamily="2" charset="0"/>
              </a:rPr>
              <a:t>Sumber : Pinterest</a:t>
            </a:r>
          </a:p>
        </p:txBody>
      </p:sp>
    </p:spTree>
    <p:extLst>
      <p:ext uri="{BB962C8B-B14F-4D97-AF65-F5344CB8AC3E}">
        <p14:creationId xmlns:p14="http://schemas.microsoft.com/office/powerpoint/2010/main" val="3790154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3AB79-F944-5E12-4812-60C6CA104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0C031-B5D9-0F04-DD85-8253032B3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d. Komposisi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37650-7663-DF6A-D3FA-FE328D69D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071" y="1356245"/>
            <a:ext cx="8363857" cy="5451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Fulcrum / Unbalance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175AD4-7CE5-FC41-4FE5-234E12DA2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723" y="1901372"/>
            <a:ext cx="5956552" cy="4659085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D40319EC-E254-E995-C1C5-920A8B939A9F}"/>
              </a:ext>
            </a:extLst>
          </p:cNvPr>
          <p:cNvSpPr/>
          <p:nvPr/>
        </p:nvSpPr>
        <p:spPr>
          <a:xfrm>
            <a:off x="2917371" y="3298372"/>
            <a:ext cx="3294743" cy="2971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9B9DC34-2415-48D7-1F03-A3C90296E081}"/>
              </a:ext>
            </a:extLst>
          </p:cNvPr>
          <p:cNvSpPr/>
          <p:nvPr/>
        </p:nvSpPr>
        <p:spPr>
          <a:xfrm>
            <a:off x="6631606" y="3078843"/>
            <a:ext cx="2588382" cy="23346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52B000-AE82-0A73-0E72-0CB5F0B1C282}"/>
              </a:ext>
            </a:extLst>
          </p:cNvPr>
          <p:cNvSpPr txBox="1">
            <a:spLocks/>
          </p:cNvSpPr>
          <p:nvPr/>
        </p:nvSpPr>
        <p:spPr>
          <a:xfrm>
            <a:off x="3097119" y="6539455"/>
            <a:ext cx="1596304" cy="296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id-ID" sz="1400" dirty="0">
                <a:solidFill>
                  <a:schemeClr val="bg1"/>
                </a:solidFill>
                <a:latin typeface="Vertiky" pitchFamily="2" charset="0"/>
              </a:rPr>
              <a:t>Sumber : Pinterest</a:t>
            </a:r>
          </a:p>
        </p:txBody>
      </p:sp>
    </p:spTree>
    <p:extLst>
      <p:ext uri="{BB962C8B-B14F-4D97-AF65-F5344CB8AC3E}">
        <p14:creationId xmlns:p14="http://schemas.microsoft.com/office/powerpoint/2010/main" val="101667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C98B7-A79D-A291-5667-28B6C18D7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A81AB47-3431-D337-CF67-7257D86E7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157" y="2208332"/>
            <a:ext cx="9323924" cy="38870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F2EB39-D12B-AE81-1CC2-47E0FE648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d. Komposisi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44A8F-5934-1E50-62F0-85E624496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071" y="1356245"/>
            <a:ext cx="8363857" cy="5451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Fulcrum / Unbalance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9124B57-0F71-4BA0-3AF5-7B1605D103AD}"/>
              </a:ext>
            </a:extLst>
          </p:cNvPr>
          <p:cNvSpPr/>
          <p:nvPr/>
        </p:nvSpPr>
        <p:spPr>
          <a:xfrm>
            <a:off x="2265652" y="2441718"/>
            <a:ext cx="3294743" cy="2971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91999CE-2BA5-EF1E-1D8F-62AFBA1BC41A}"/>
              </a:ext>
            </a:extLst>
          </p:cNvPr>
          <p:cNvSpPr/>
          <p:nvPr/>
        </p:nvSpPr>
        <p:spPr>
          <a:xfrm>
            <a:off x="7111666" y="3531870"/>
            <a:ext cx="2297999" cy="207275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86C4EB6-88B9-BAAB-D108-BFFD8A99F224}"/>
              </a:ext>
            </a:extLst>
          </p:cNvPr>
          <p:cNvSpPr txBox="1">
            <a:spLocks/>
          </p:cNvSpPr>
          <p:nvPr/>
        </p:nvSpPr>
        <p:spPr>
          <a:xfrm>
            <a:off x="3097119" y="6539455"/>
            <a:ext cx="1596304" cy="296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id-ID" sz="1400" dirty="0">
                <a:solidFill>
                  <a:schemeClr val="bg1"/>
                </a:solidFill>
                <a:latin typeface="Vertiky" pitchFamily="2" charset="0"/>
              </a:rPr>
              <a:t>Sumber : Pinterest</a:t>
            </a:r>
          </a:p>
        </p:txBody>
      </p:sp>
    </p:spTree>
    <p:extLst>
      <p:ext uri="{BB962C8B-B14F-4D97-AF65-F5344CB8AC3E}">
        <p14:creationId xmlns:p14="http://schemas.microsoft.com/office/powerpoint/2010/main" val="2827836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42C3D-D6B9-7404-9CC9-75DC66E98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C325A-0469-FFA7-6F37-EFA007D7A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d. Komposisi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A1D40-B098-5F10-8EEA-74EE30FA3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071" y="1356245"/>
            <a:ext cx="8363857" cy="5451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Diagonal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1F75CB-AA1B-BB41-44D4-C057F631A3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411" y="2001383"/>
            <a:ext cx="9403176" cy="422887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3BC0CE9-FF50-B864-11D9-962182E9F14B}"/>
              </a:ext>
            </a:extLst>
          </p:cNvPr>
          <p:cNvCxnSpPr>
            <a:cxnSpLocks/>
          </p:cNvCxnSpPr>
          <p:nvPr/>
        </p:nvCxnSpPr>
        <p:spPr>
          <a:xfrm flipH="1" flipV="1">
            <a:off x="1394411" y="2001383"/>
            <a:ext cx="9403176" cy="422887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75E45D8-12DF-4414-8D67-C66107F968B8}"/>
              </a:ext>
            </a:extLst>
          </p:cNvPr>
          <p:cNvSpPr txBox="1">
            <a:spLocks/>
          </p:cNvSpPr>
          <p:nvPr/>
        </p:nvSpPr>
        <p:spPr>
          <a:xfrm>
            <a:off x="1394411" y="6330268"/>
            <a:ext cx="1596304" cy="296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id-ID" sz="1400" dirty="0">
                <a:solidFill>
                  <a:schemeClr val="bg1"/>
                </a:solidFill>
                <a:latin typeface="Vertiky" pitchFamily="2" charset="0"/>
              </a:rPr>
              <a:t>Sumber : Pinterest</a:t>
            </a:r>
          </a:p>
        </p:txBody>
      </p:sp>
    </p:spTree>
    <p:extLst>
      <p:ext uri="{BB962C8B-B14F-4D97-AF65-F5344CB8AC3E}">
        <p14:creationId xmlns:p14="http://schemas.microsoft.com/office/powerpoint/2010/main" val="3430745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C624C0-30A7-EB57-A857-89580667C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317" y="2133600"/>
            <a:ext cx="4724511" cy="2946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0B47D5-4E7E-7278-1C24-53F0F7E319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5" t="7685" r="1776" b="7685"/>
          <a:stretch/>
        </p:blipFill>
        <p:spPr>
          <a:xfrm>
            <a:off x="5276335" y="2133600"/>
            <a:ext cx="6560066" cy="29464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4073AFB-5D50-DDE3-8F06-8FC305496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d. Komposisi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403B1AE-315A-882C-1516-FB2BD5A4E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071" y="1356245"/>
            <a:ext cx="8363857" cy="5451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Diagonal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DD3F1BC-F656-C49D-2F27-8BCD3D7A3886}"/>
              </a:ext>
            </a:extLst>
          </p:cNvPr>
          <p:cNvCxnSpPr>
            <a:cxnSpLocks/>
          </p:cNvCxnSpPr>
          <p:nvPr/>
        </p:nvCxnSpPr>
        <p:spPr>
          <a:xfrm flipH="1" flipV="1">
            <a:off x="493240" y="2133600"/>
            <a:ext cx="4701588" cy="29464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D13F3CE-2B82-7802-12F7-73C9955ED1B9}"/>
              </a:ext>
            </a:extLst>
          </p:cNvPr>
          <p:cNvCxnSpPr>
            <a:cxnSpLocks/>
          </p:cNvCxnSpPr>
          <p:nvPr/>
        </p:nvCxnSpPr>
        <p:spPr>
          <a:xfrm flipH="1">
            <a:off x="5276335" y="2133600"/>
            <a:ext cx="6560066" cy="29464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77429F9-E3A1-5C7D-CA50-45BED73FE211}"/>
              </a:ext>
            </a:extLst>
          </p:cNvPr>
          <p:cNvSpPr txBox="1">
            <a:spLocks/>
          </p:cNvSpPr>
          <p:nvPr/>
        </p:nvSpPr>
        <p:spPr>
          <a:xfrm>
            <a:off x="493240" y="5205751"/>
            <a:ext cx="1596304" cy="296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id-ID" sz="1400" dirty="0">
                <a:solidFill>
                  <a:schemeClr val="bg1"/>
                </a:solidFill>
                <a:latin typeface="Vertiky" pitchFamily="2" charset="0"/>
              </a:rPr>
              <a:t>Sumber : Pinterest</a:t>
            </a:r>
          </a:p>
        </p:txBody>
      </p:sp>
    </p:spTree>
    <p:extLst>
      <p:ext uri="{BB962C8B-B14F-4D97-AF65-F5344CB8AC3E}">
        <p14:creationId xmlns:p14="http://schemas.microsoft.com/office/powerpoint/2010/main" val="2480536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17988-A3E2-EDB7-3603-C1BC16788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B82E6EF-AA63-5E4F-EF16-4315EA5E4570}"/>
              </a:ext>
            </a:extLst>
          </p:cNvPr>
          <p:cNvSpPr txBox="1">
            <a:spLocks/>
          </p:cNvSpPr>
          <p:nvPr/>
        </p:nvSpPr>
        <p:spPr>
          <a:xfrm>
            <a:off x="3175214" y="2703706"/>
            <a:ext cx="5841571" cy="7252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e. Focal point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5250CCC-E725-A1A6-9A8C-B9C29DFB7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4335" y="3429000"/>
            <a:ext cx="7763328" cy="1047750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Elemen yang paling menonjol dan pertama kali menarik perhatian mata kita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4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FE0CB-FEA9-606A-13F8-9E8D41BA7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F14306D-257E-41A1-BE94-184E345F0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e. Focal Point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13F81F7-4264-44C5-6F76-0BBF9A717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071" y="1356245"/>
            <a:ext cx="8363857" cy="5451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Kontras (bentuk)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46E2B0F-7D46-A3F7-1FC9-F78778EBDAE3}"/>
              </a:ext>
            </a:extLst>
          </p:cNvPr>
          <p:cNvSpPr/>
          <p:nvPr/>
        </p:nvSpPr>
        <p:spPr>
          <a:xfrm>
            <a:off x="3595816" y="2679612"/>
            <a:ext cx="849923" cy="849923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D6D3804-3646-948D-490C-174848D73EEC}"/>
              </a:ext>
            </a:extLst>
          </p:cNvPr>
          <p:cNvSpPr/>
          <p:nvPr/>
        </p:nvSpPr>
        <p:spPr>
          <a:xfrm>
            <a:off x="3595816" y="3890016"/>
            <a:ext cx="849923" cy="849923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6A35681-8687-0F32-CFB4-D7C64793AC5A}"/>
              </a:ext>
            </a:extLst>
          </p:cNvPr>
          <p:cNvSpPr/>
          <p:nvPr/>
        </p:nvSpPr>
        <p:spPr>
          <a:xfrm>
            <a:off x="3605799" y="5100420"/>
            <a:ext cx="849923" cy="849923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F01A166-F027-F5A1-5D46-E867F45A7B62}"/>
              </a:ext>
            </a:extLst>
          </p:cNvPr>
          <p:cNvSpPr/>
          <p:nvPr/>
        </p:nvSpPr>
        <p:spPr>
          <a:xfrm>
            <a:off x="4979139" y="2679612"/>
            <a:ext cx="849923" cy="849923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5E0C7E4-CFDC-EC17-3523-F5CCD2590C0F}"/>
              </a:ext>
            </a:extLst>
          </p:cNvPr>
          <p:cNvSpPr/>
          <p:nvPr/>
        </p:nvSpPr>
        <p:spPr>
          <a:xfrm>
            <a:off x="4989122" y="5100420"/>
            <a:ext cx="849923" cy="849923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3B11FAB-BC2E-6B57-0AFD-7291159CA772}"/>
              </a:ext>
            </a:extLst>
          </p:cNvPr>
          <p:cNvSpPr/>
          <p:nvPr/>
        </p:nvSpPr>
        <p:spPr>
          <a:xfrm>
            <a:off x="6372445" y="2679612"/>
            <a:ext cx="849923" cy="849923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441F850-6D92-82D9-F28F-A5A596D4FE7D}"/>
              </a:ext>
            </a:extLst>
          </p:cNvPr>
          <p:cNvSpPr/>
          <p:nvPr/>
        </p:nvSpPr>
        <p:spPr>
          <a:xfrm>
            <a:off x="6372445" y="3890016"/>
            <a:ext cx="849923" cy="849923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F20E6F9-9BC2-A92D-30D9-000A12BE83E3}"/>
              </a:ext>
            </a:extLst>
          </p:cNvPr>
          <p:cNvSpPr/>
          <p:nvPr/>
        </p:nvSpPr>
        <p:spPr>
          <a:xfrm>
            <a:off x="6382428" y="5100420"/>
            <a:ext cx="849923" cy="849923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90AC565-C6F6-BC80-9225-A2B2BC2EF53D}"/>
              </a:ext>
            </a:extLst>
          </p:cNvPr>
          <p:cNvSpPr/>
          <p:nvPr/>
        </p:nvSpPr>
        <p:spPr>
          <a:xfrm>
            <a:off x="7765751" y="2679612"/>
            <a:ext cx="849923" cy="849923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99E6412-AA99-B900-829B-476E4526112C}"/>
              </a:ext>
            </a:extLst>
          </p:cNvPr>
          <p:cNvSpPr/>
          <p:nvPr/>
        </p:nvSpPr>
        <p:spPr>
          <a:xfrm>
            <a:off x="7765751" y="3890016"/>
            <a:ext cx="849923" cy="849923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538D08A-FD97-7315-A7DD-3C0837F4B98F}"/>
              </a:ext>
            </a:extLst>
          </p:cNvPr>
          <p:cNvSpPr/>
          <p:nvPr/>
        </p:nvSpPr>
        <p:spPr>
          <a:xfrm>
            <a:off x="7775734" y="5100420"/>
            <a:ext cx="849923" cy="849923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B4D5EB6F-A17B-D1B2-A02B-CD13B9022FE1}"/>
              </a:ext>
            </a:extLst>
          </p:cNvPr>
          <p:cNvSpPr/>
          <p:nvPr/>
        </p:nvSpPr>
        <p:spPr>
          <a:xfrm>
            <a:off x="4989122" y="3890016"/>
            <a:ext cx="849923" cy="849923"/>
          </a:xfrm>
          <a:prstGeom prst="triangl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18275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7CEA3-F8E5-A572-0767-39EE15066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CBBCB6F-6709-EE70-70F0-304ED91E7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e. Focal Point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166316A-4E1D-A8CD-544F-9305569B5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071" y="1356245"/>
            <a:ext cx="8363857" cy="5451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Kontras (bentuk)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4DD313-E815-21B3-7C49-8604CD9A40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1901372"/>
            <a:ext cx="7010400" cy="46672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F2AF65E-F9A7-BA22-6297-6F2CE976B99D}"/>
              </a:ext>
            </a:extLst>
          </p:cNvPr>
          <p:cNvGrpSpPr/>
          <p:nvPr/>
        </p:nvGrpSpPr>
        <p:grpSpPr>
          <a:xfrm>
            <a:off x="2590800" y="1901372"/>
            <a:ext cx="6985281" cy="4340783"/>
            <a:chOff x="2590800" y="1901372"/>
            <a:chExt cx="6985281" cy="4340783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878F066-D384-5884-D741-46A72BCF3F5D}"/>
                </a:ext>
              </a:extLst>
            </p:cNvPr>
            <p:cNvSpPr/>
            <p:nvPr/>
          </p:nvSpPr>
          <p:spPr>
            <a:xfrm>
              <a:off x="4099728" y="4162147"/>
              <a:ext cx="1738365" cy="1627833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B6D8A78-D3AA-B57E-58ED-031F11C6E5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90800" y="1901372"/>
              <a:ext cx="343319" cy="137652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47AA852-46AA-7EAB-5F56-2F3691893C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4796" y="1901372"/>
              <a:ext cx="433753" cy="4340783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3787B4-45FF-D2B6-CA5F-091A97407741}"/>
                </a:ext>
              </a:extLst>
            </p:cNvPr>
            <p:cNvCxnSpPr>
              <a:cxnSpLocks/>
            </p:cNvCxnSpPr>
            <p:nvPr/>
          </p:nvCxnSpPr>
          <p:spPr>
            <a:xfrm>
              <a:off x="5362469" y="1901372"/>
              <a:ext cx="703385" cy="3366093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D0334C8-E3D5-7329-D83B-EA1E025247A9}"/>
                </a:ext>
              </a:extLst>
            </p:cNvPr>
            <p:cNvCxnSpPr>
              <a:cxnSpLocks/>
            </p:cNvCxnSpPr>
            <p:nvPr/>
          </p:nvCxnSpPr>
          <p:spPr>
            <a:xfrm>
              <a:off x="5926851" y="1903832"/>
              <a:ext cx="770373" cy="344658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929EABA-8B00-6C18-924E-7BAE92BDC472}"/>
                </a:ext>
              </a:extLst>
            </p:cNvPr>
            <p:cNvCxnSpPr>
              <a:cxnSpLocks/>
            </p:cNvCxnSpPr>
            <p:nvPr/>
          </p:nvCxnSpPr>
          <p:spPr>
            <a:xfrm>
              <a:off x="8772211" y="1901372"/>
              <a:ext cx="803870" cy="376295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8009AA-640B-7ED0-D891-4FF6B4066AB6}"/>
                </a:ext>
              </a:extLst>
            </p:cNvPr>
            <p:cNvCxnSpPr>
              <a:cxnSpLocks/>
            </p:cNvCxnSpPr>
            <p:nvPr/>
          </p:nvCxnSpPr>
          <p:spPr>
            <a:xfrm>
              <a:off x="7968341" y="1901372"/>
              <a:ext cx="803870" cy="344904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55DE3B8-1A89-F757-BC9A-C29E19074D67}"/>
                </a:ext>
              </a:extLst>
            </p:cNvPr>
            <p:cNvCxnSpPr>
              <a:cxnSpLocks/>
            </p:cNvCxnSpPr>
            <p:nvPr/>
          </p:nvCxnSpPr>
          <p:spPr>
            <a:xfrm>
              <a:off x="6697224" y="1901372"/>
              <a:ext cx="639747" cy="3185223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907EB9F-3F39-4C48-F45B-19C6E7DF39A6}"/>
              </a:ext>
            </a:extLst>
          </p:cNvPr>
          <p:cNvSpPr txBox="1">
            <a:spLocks/>
          </p:cNvSpPr>
          <p:nvPr/>
        </p:nvSpPr>
        <p:spPr>
          <a:xfrm>
            <a:off x="2582769" y="6539455"/>
            <a:ext cx="1596304" cy="296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id-ID" sz="1400" dirty="0">
                <a:solidFill>
                  <a:schemeClr val="bg1"/>
                </a:solidFill>
                <a:latin typeface="Vertiky" pitchFamily="2" charset="0"/>
              </a:rPr>
              <a:t>Sumber : Pinterest</a:t>
            </a:r>
          </a:p>
        </p:txBody>
      </p:sp>
    </p:spTree>
    <p:extLst>
      <p:ext uri="{BB962C8B-B14F-4D97-AF65-F5344CB8AC3E}">
        <p14:creationId xmlns:p14="http://schemas.microsoft.com/office/powerpoint/2010/main" val="1698129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61894-B201-CA38-0AA1-503FEF9D2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E284CCE-C8A5-15A1-56CC-983417FFC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e. Focal Point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C0B2597-B73B-2822-4AA4-F06511E40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071" y="1356245"/>
            <a:ext cx="8363857" cy="5451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Kontras (warna)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541EA2E-DDE3-F702-44EC-624DB155933F}"/>
              </a:ext>
            </a:extLst>
          </p:cNvPr>
          <p:cNvSpPr/>
          <p:nvPr/>
        </p:nvSpPr>
        <p:spPr>
          <a:xfrm>
            <a:off x="3595816" y="2679612"/>
            <a:ext cx="849923" cy="849923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5ED9FE-A882-3862-34AD-7829C4047CDF}"/>
              </a:ext>
            </a:extLst>
          </p:cNvPr>
          <p:cNvSpPr/>
          <p:nvPr/>
        </p:nvSpPr>
        <p:spPr>
          <a:xfrm>
            <a:off x="3595816" y="3890016"/>
            <a:ext cx="849923" cy="849923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5909F2-C2AE-8453-A43A-8DE3DFF38355}"/>
              </a:ext>
            </a:extLst>
          </p:cNvPr>
          <p:cNvSpPr/>
          <p:nvPr/>
        </p:nvSpPr>
        <p:spPr>
          <a:xfrm>
            <a:off x="3605799" y="5100420"/>
            <a:ext cx="849923" cy="849923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C1905A3-7564-CE53-C0B7-11D9FA8C0591}"/>
              </a:ext>
            </a:extLst>
          </p:cNvPr>
          <p:cNvSpPr/>
          <p:nvPr/>
        </p:nvSpPr>
        <p:spPr>
          <a:xfrm>
            <a:off x="4979139" y="2679612"/>
            <a:ext cx="849923" cy="849923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F7F6816-85CC-BAB5-6C55-939059B0589D}"/>
              </a:ext>
            </a:extLst>
          </p:cNvPr>
          <p:cNvSpPr/>
          <p:nvPr/>
        </p:nvSpPr>
        <p:spPr>
          <a:xfrm>
            <a:off x="4989122" y="5100420"/>
            <a:ext cx="849923" cy="849923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B69C15E-2395-55E4-2528-6A62AF152FEA}"/>
              </a:ext>
            </a:extLst>
          </p:cNvPr>
          <p:cNvSpPr/>
          <p:nvPr/>
        </p:nvSpPr>
        <p:spPr>
          <a:xfrm>
            <a:off x="6372445" y="2679612"/>
            <a:ext cx="849923" cy="849923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CB15B9B-6286-1EC2-4737-DB1CAED8DDC5}"/>
              </a:ext>
            </a:extLst>
          </p:cNvPr>
          <p:cNvSpPr/>
          <p:nvPr/>
        </p:nvSpPr>
        <p:spPr>
          <a:xfrm>
            <a:off x="6372445" y="3890016"/>
            <a:ext cx="849923" cy="849923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8D8D95E-06F8-9C29-56A0-663265807597}"/>
              </a:ext>
            </a:extLst>
          </p:cNvPr>
          <p:cNvSpPr/>
          <p:nvPr/>
        </p:nvSpPr>
        <p:spPr>
          <a:xfrm>
            <a:off x="6382428" y="5100420"/>
            <a:ext cx="849923" cy="849923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CA864BF-7486-4916-6C03-811ADE3C8F9C}"/>
              </a:ext>
            </a:extLst>
          </p:cNvPr>
          <p:cNvSpPr/>
          <p:nvPr/>
        </p:nvSpPr>
        <p:spPr>
          <a:xfrm>
            <a:off x="7765751" y="2679612"/>
            <a:ext cx="849923" cy="849923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EA5C4E2-BBF4-BE91-C55B-2A51DF0F188F}"/>
              </a:ext>
            </a:extLst>
          </p:cNvPr>
          <p:cNvSpPr/>
          <p:nvPr/>
        </p:nvSpPr>
        <p:spPr>
          <a:xfrm>
            <a:off x="7765751" y="3890016"/>
            <a:ext cx="849923" cy="84992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546BE45-FF41-CB55-6D69-502243F754E5}"/>
              </a:ext>
            </a:extLst>
          </p:cNvPr>
          <p:cNvSpPr/>
          <p:nvPr/>
        </p:nvSpPr>
        <p:spPr>
          <a:xfrm>
            <a:off x="7775734" y="5100420"/>
            <a:ext cx="849923" cy="849923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E8402B0-3540-60ED-0C88-8CFF5963CCFC}"/>
              </a:ext>
            </a:extLst>
          </p:cNvPr>
          <p:cNvSpPr/>
          <p:nvPr/>
        </p:nvSpPr>
        <p:spPr>
          <a:xfrm>
            <a:off x="4989122" y="3890016"/>
            <a:ext cx="849923" cy="849923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5557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67A3B-1A5E-AA2A-43BB-E3761AC79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B710A5-4F94-F4AA-C6B5-5462BEA088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007" y="1901372"/>
            <a:ext cx="6425985" cy="454009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63E5783-D0B5-F03B-651D-FCDA56A92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e. Focal Point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FCE3FE7-EC96-4484-007B-CFAD6E28C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071" y="1356245"/>
            <a:ext cx="8363857" cy="5451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Kontras (warna)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3A4788C-A794-A15F-A9BA-BC5F82F0C6DF}"/>
              </a:ext>
            </a:extLst>
          </p:cNvPr>
          <p:cNvSpPr/>
          <p:nvPr/>
        </p:nvSpPr>
        <p:spPr>
          <a:xfrm>
            <a:off x="4391936" y="2335546"/>
            <a:ext cx="2661886" cy="370269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F34C03-13A8-9B9A-45E2-A48DFD7CFCC8}"/>
              </a:ext>
            </a:extLst>
          </p:cNvPr>
          <p:cNvSpPr txBox="1">
            <a:spLocks/>
          </p:cNvSpPr>
          <p:nvPr/>
        </p:nvSpPr>
        <p:spPr>
          <a:xfrm>
            <a:off x="2868519" y="6425155"/>
            <a:ext cx="1596304" cy="296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id-ID" sz="1400" dirty="0">
                <a:solidFill>
                  <a:schemeClr val="bg1"/>
                </a:solidFill>
                <a:latin typeface="Vertiky" pitchFamily="2" charset="0"/>
              </a:rPr>
              <a:t>Sumber : Pinterest</a:t>
            </a:r>
          </a:p>
        </p:txBody>
      </p:sp>
    </p:spTree>
    <p:extLst>
      <p:ext uri="{BB962C8B-B14F-4D97-AF65-F5344CB8AC3E}">
        <p14:creationId xmlns:p14="http://schemas.microsoft.com/office/powerpoint/2010/main" val="87894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217A9-02D2-5650-0689-629161A46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D000A44-93F7-57C1-2B04-5E68683AE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e. Focal Point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6A24C9-95F5-6CBF-D781-B9984FEE9996}"/>
              </a:ext>
            </a:extLst>
          </p:cNvPr>
          <p:cNvSpPr txBox="1">
            <a:spLocks/>
          </p:cNvSpPr>
          <p:nvPr/>
        </p:nvSpPr>
        <p:spPr>
          <a:xfrm>
            <a:off x="1914071" y="1356245"/>
            <a:ext cx="8363857" cy="545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Kontras (detail)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1D628DD-5AC4-8CEC-D0A6-FF6AA11D75CD}"/>
              </a:ext>
            </a:extLst>
          </p:cNvPr>
          <p:cNvSpPr txBox="1">
            <a:spLocks/>
          </p:cNvSpPr>
          <p:nvPr/>
        </p:nvSpPr>
        <p:spPr>
          <a:xfrm>
            <a:off x="1960371" y="6207107"/>
            <a:ext cx="1596304" cy="296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id-ID" sz="1400" dirty="0">
                <a:solidFill>
                  <a:schemeClr val="bg1"/>
                </a:solidFill>
                <a:latin typeface="Vertiky" pitchFamily="2" charset="0"/>
              </a:rPr>
              <a:t>Sumber : Pinterest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D2EAD7-1C58-D505-3653-E31E9DE43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211" y="1854524"/>
            <a:ext cx="8145576" cy="422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282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51925-D3AA-8BF6-D74C-A8C680A9B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3ED51F-2E5D-C556-0066-913712A6D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799" y="1901372"/>
            <a:ext cx="7010400" cy="469582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DC3059-6AFB-39D3-A21B-BABACD967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e. Focal Point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1F76B1A-33B6-E367-E906-73C8B67AD29D}"/>
              </a:ext>
            </a:extLst>
          </p:cNvPr>
          <p:cNvSpPr txBox="1">
            <a:spLocks/>
          </p:cNvSpPr>
          <p:nvPr/>
        </p:nvSpPr>
        <p:spPr>
          <a:xfrm>
            <a:off x="1914071" y="1356245"/>
            <a:ext cx="8363857" cy="545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Kontras (Value)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DCEE3C-933F-24D9-FBB7-2DC8CC72F31C}"/>
              </a:ext>
            </a:extLst>
          </p:cNvPr>
          <p:cNvSpPr/>
          <p:nvPr/>
        </p:nvSpPr>
        <p:spPr>
          <a:xfrm>
            <a:off x="6551526" y="3753617"/>
            <a:ext cx="1738365" cy="162783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97B3EB3-71EE-1DD3-1E59-3C141C442331}"/>
              </a:ext>
            </a:extLst>
          </p:cNvPr>
          <p:cNvSpPr txBox="1">
            <a:spLocks/>
          </p:cNvSpPr>
          <p:nvPr/>
        </p:nvSpPr>
        <p:spPr>
          <a:xfrm>
            <a:off x="2590799" y="6576282"/>
            <a:ext cx="1596304" cy="296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id-ID" sz="1400" dirty="0">
                <a:solidFill>
                  <a:schemeClr val="bg1"/>
                </a:solidFill>
                <a:latin typeface="Vertiky" pitchFamily="2" charset="0"/>
              </a:rPr>
              <a:t>Sumber : Pinterest</a:t>
            </a:r>
          </a:p>
        </p:txBody>
      </p:sp>
    </p:spTree>
    <p:extLst>
      <p:ext uri="{BB962C8B-B14F-4D97-AF65-F5344CB8AC3E}">
        <p14:creationId xmlns:p14="http://schemas.microsoft.com/office/powerpoint/2010/main" val="99973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96516-6284-79AD-CE55-EE8A51427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D63F13C-728D-ADE5-6DF7-179FE18D6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e. Focal Point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657A78F-FCC6-8AC1-D799-310186E0453A}"/>
              </a:ext>
            </a:extLst>
          </p:cNvPr>
          <p:cNvSpPr txBox="1">
            <a:spLocks/>
          </p:cNvSpPr>
          <p:nvPr/>
        </p:nvSpPr>
        <p:spPr>
          <a:xfrm>
            <a:off x="1914071" y="1356245"/>
            <a:ext cx="8363857" cy="545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Kontras (Value)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4219D8-43CE-B433-D841-50348B3F4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275" y="1901372"/>
            <a:ext cx="6351447" cy="468736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7E90F96-A858-45B2-5855-87E5F591E4DD}"/>
              </a:ext>
            </a:extLst>
          </p:cNvPr>
          <p:cNvSpPr txBox="1">
            <a:spLocks/>
          </p:cNvSpPr>
          <p:nvPr/>
        </p:nvSpPr>
        <p:spPr>
          <a:xfrm>
            <a:off x="2840180" y="6576282"/>
            <a:ext cx="1596304" cy="296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id-ID" sz="1400" dirty="0">
                <a:solidFill>
                  <a:schemeClr val="bg1"/>
                </a:solidFill>
                <a:latin typeface="Vertiky" pitchFamily="2" charset="0"/>
              </a:rPr>
              <a:t>Sumber : Pinterest</a:t>
            </a:r>
          </a:p>
        </p:txBody>
      </p:sp>
    </p:spTree>
    <p:extLst>
      <p:ext uri="{BB962C8B-B14F-4D97-AF65-F5344CB8AC3E}">
        <p14:creationId xmlns:p14="http://schemas.microsoft.com/office/powerpoint/2010/main" val="2184787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AA5F7-808B-9FFC-86DB-EAF7C4BDD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E72BDAD-DB48-43AF-41B0-8D78C22B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e. Focal Point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0826086-4284-35D4-B5EF-20E7A681567A}"/>
              </a:ext>
            </a:extLst>
          </p:cNvPr>
          <p:cNvSpPr txBox="1">
            <a:spLocks/>
          </p:cNvSpPr>
          <p:nvPr/>
        </p:nvSpPr>
        <p:spPr>
          <a:xfrm>
            <a:off x="1914071" y="1356245"/>
            <a:ext cx="8363857" cy="545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Kontras (Value)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B62F05-C31A-D625-DA43-991F98C3B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20275" y="1901372"/>
            <a:ext cx="6351447" cy="468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7638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3B5CA7E-5469-5601-DCC1-585E72838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e. Focal Point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46B9BF7-072C-3987-94CA-4DE80E98A5C9}"/>
              </a:ext>
            </a:extLst>
          </p:cNvPr>
          <p:cNvSpPr txBox="1">
            <a:spLocks/>
          </p:cNvSpPr>
          <p:nvPr/>
        </p:nvSpPr>
        <p:spPr>
          <a:xfrm>
            <a:off x="1914071" y="1356245"/>
            <a:ext cx="8363857" cy="545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Kontras (Value)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936EA9-CD7F-BB95-3770-F62551E62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22" y="2161986"/>
            <a:ext cx="8926354" cy="406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239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FCF4E-29AB-ADC8-BC74-D47C2AD57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D26B20-72BE-7F43-D1F1-7C443261AC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856" y="2059076"/>
            <a:ext cx="8672286" cy="417118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8BE526B-EFE1-29CE-ACFC-709282368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e. Focal Point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62A413F-7316-C604-FF67-46CD746AB78C}"/>
              </a:ext>
            </a:extLst>
          </p:cNvPr>
          <p:cNvSpPr txBox="1">
            <a:spLocks/>
          </p:cNvSpPr>
          <p:nvPr/>
        </p:nvSpPr>
        <p:spPr>
          <a:xfrm>
            <a:off x="1914071" y="1356245"/>
            <a:ext cx="8363857" cy="545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Kontras (size)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F27C376-A079-81A1-C0BF-50F327D2CB17}"/>
              </a:ext>
            </a:extLst>
          </p:cNvPr>
          <p:cNvSpPr/>
          <p:nvPr/>
        </p:nvSpPr>
        <p:spPr>
          <a:xfrm>
            <a:off x="6319299" y="4421273"/>
            <a:ext cx="1738365" cy="162783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39372FB-72C4-252E-8541-9143C33D8AB0}"/>
              </a:ext>
            </a:extLst>
          </p:cNvPr>
          <p:cNvSpPr txBox="1">
            <a:spLocks/>
          </p:cNvSpPr>
          <p:nvPr/>
        </p:nvSpPr>
        <p:spPr>
          <a:xfrm>
            <a:off x="1759856" y="6245817"/>
            <a:ext cx="1596304" cy="296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id-ID" sz="1400" dirty="0">
                <a:solidFill>
                  <a:schemeClr val="bg1"/>
                </a:solidFill>
                <a:latin typeface="Vertiky" pitchFamily="2" charset="0"/>
              </a:rPr>
              <a:t>Sumber : Pinterest</a:t>
            </a:r>
          </a:p>
        </p:txBody>
      </p:sp>
    </p:spTree>
    <p:extLst>
      <p:ext uri="{BB962C8B-B14F-4D97-AF65-F5344CB8AC3E}">
        <p14:creationId xmlns:p14="http://schemas.microsoft.com/office/powerpoint/2010/main" val="304253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0F780-EFD6-FC9B-F1B9-AE9116E32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9F21FB-E78F-01BB-D95A-152F0EF99A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561" y="2268651"/>
            <a:ext cx="7000875" cy="4191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14E4C2-C989-F61A-A828-F6DCE62D7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e. Focal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2FF72-B2DE-1C07-0DB8-7AB7C9E1F5AF}"/>
              </a:ext>
            </a:extLst>
          </p:cNvPr>
          <p:cNvSpPr txBox="1">
            <a:spLocks/>
          </p:cNvSpPr>
          <p:nvPr/>
        </p:nvSpPr>
        <p:spPr>
          <a:xfrm>
            <a:off x="1914071" y="1356245"/>
            <a:ext cx="8363857" cy="72529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Leading Line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Garis- garis yang mengarahkan ke arah focal point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7B589C3-FB8D-4515-8FF1-BB9656345416}"/>
              </a:ext>
            </a:extLst>
          </p:cNvPr>
          <p:cNvGrpSpPr/>
          <p:nvPr/>
        </p:nvGrpSpPr>
        <p:grpSpPr>
          <a:xfrm>
            <a:off x="2752797" y="2456381"/>
            <a:ext cx="6833520" cy="3889800"/>
            <a:chOff x="2752797" y="2456381"/>
            <a:chExt cx="6833520" cy="38898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541A864-DC75-3625-9ABC-C5A451C53AD1}"/>
                </a:ext>
              </a:extLst>
            </p:cNvPr>
            <p:cNvGrpSpPr/>
            <p:nvPr/>
          </p:nvGrpSpPr>
          <p:grpSpPr>
            <a:xfrm>
              <a:off x="2752797" y="2456381"/>
              <a:ext cx="6833520" cy="3889800"/>
              <a:chOff x="2752797" y="2049978"/>
              <a:chExt cx="6833520" cy="3889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10" name="Ink 9">
                    <a:extLst>
                      <a:ext uri="{FF2B5EF4-FFF2-40B4-BE49-F238E27FC236}">
                        <a16:creationId xmlns:a16="http://schemas.microsoft.com/office/drawing/2014/main" id="{B4E86653-8EE5-22F8-2E2C-2FE5D116D0AC}"/>
                      </a:ext>
                    </a:extLst>
                  </p14:cNvPr>
                  <p14:cNvContentPartPr/>
                  <p14:nvPr/>
                </p14:nvContentPartPr>
                <p14:xfrm>
                  <a:off x="2914077" y="2049978"/>
                  <a:ext cx="1457640" cy="1007640"/>
                </p14:xfrm>
              </p:contentPart>
            </mc:Choice>
            <mc:Fallback xmlns="">
              <p:pic>
                <p:nvPicPr>
                  <p:cNvPr id="10" name="Ink 9">
                    <a:extLst>
                      <a:ext uri="{FF2B5EF4-FFF2-40B4-BE49-F238E27FC236}">
                        <a16:creationId xmlns:a16="http://schemas.microsoft.com/office/drawing/2014/main" id="{0F17D4B8-3970-08CC-E615-0F987389AC32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2896077" y="2031978"/>
                    <a:ext cx="1493280" cy="1043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19846E2B-FCD8-AD4A-BCEF-EABDA07248CB}"/>
                      </a:ext>
                    </a:extLst>
                  </p14:cNvPr>
                  <p14:cNvContentPartPr/>
                  <p14:nvPr/>
                </p14:nvContentPartPr>
                <p14:xfrm>
                  <a:off x="4255797" y="2883738"/>
                  <a:ext cx="186840" cy="340920"/>
                </p14:xfrm>
              </p:contentPart>
            </mc:Choice>
            <mc:Fallback xmlns=""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A89A2397-4FD7-876F-6FB0-BAF88EBEB212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4238157" y="2866098"/>
                    <a:ext cx="222480" cy="376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F7E32530-8A61-7A31-640D-15DBA2AF9FD3}"/>
                      </a:ext>
                    </a:extLst>
                  </p14:cNvPr>
                  <p14:cNvContentPartPr/>
                  <p14:nvPr/>
                </p14:nvContentPartPr>
                <p14:xfrm>
                  <a:off x="5476197" y="2079858"/>
                  <a:ext cx="602280" cy="672120"/>
                </p14:xfrm>
              </p:contentPart>
            </mc:Choice>
            <mc:Fallback xmlns=""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BF95A2AC-6AFD-366A-B764-CFBAB1EAAAFC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5458557" y="2062218"/>
                    <a:ext cx="637920" cy="707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15" name="Ink 14">
                    <a:extLst>
                      <a:ext uri="{FF2B5EF4-FFF2-40B4-BE49-F238E27FC236}">
                        <a16:creationId xmlns:a16="http://schemas.microsoft.com/office/drawing/2014/main" id="{67A9AE96-A459-B41B-ABC2-5E8128A55C11}"/>
                      </a:ext>
                    </a:extLst>
                  </p14:cNvPr>
                  <p14:cNvContentPartPr/>
                  <p14:nvPr/>
                </p14:nvContentPartPr>
                <p14:xfrm>
                  <a:off x="5799117" y="2672778"/>
                  <a:ext cx="300960" cy="151560"/>
                </p14:xfrm>
              </p:contentPart>
            </mc:Choice>
            <mc:Fallback xmlns="">
              <p:pic>
                <p:nvPicPr>
                  <p:cNvPr id="15" name="Ink 14">
                    <a:extLst>
                      <a:ext uri="{FF2B5EF4-FFF2-40B4-BE49-F238E27FC236}">
                        <a16:creationId xmlns:a16="http://schemas.microsoft.com/office/drawing/2014/main" id="{37F6D11D-3CCE-6565-0D54-9AD720946EC1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5781117" y="2654778"/>
                    <a:ext cx="336600" cy="187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16" name="Ink 15">
                    <a:extLst>
                      <a:ext uri="{FF2B5EF4-FFF2-40B4-BE49-F238E27FC236}">
                        <a16:creationId xmlns:a16="http://schemas.microsoft.com/office/drawing/2014/main" id="{091C9FF2-507E-963B-6B9A-9412D66DA9AF}"/>
                      </a:ext>
                    </a:extLst>
                  </p14:cNvPr>
                  <p14:cNvContentPartPr/>
                  <p14:nvPr/>
                </p14:nvContentPartPr>
                <p14:xfrm>
                  <a:off x="6680037" y="2431578"/>
                  <a:ext cx="495000" cy="1091520"/>
                </p14:xfrm>
              </p:contentPart>
            </mc:Choice>
            <mc:Fallback xmlns=""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8DB4B0A8-05AE-4EDE-1158-D69DC3BF874B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6662037" y="2413578"/>
                    <a:ext cx="530640" cy="1127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19" name="Ink 18">
                    <a:extLst>
                      <a:ext uri="{FF2B5EF4-FFF2-40B4-BE49-F238E27FC236}">
                        <a16:creationId xmlns:a16="http://schemas.microsoft.com/office/drawing/2014/main" id="{D0138168-4D4D-92B4-7987-BD7E6A60A78A}"/>
                      </a:ext>
                    </a:extLst>
                  </p14:cNvPr>
                  <p14:cNvContentPartPr/>
                  <p14:nvPr/>
                </p14:nvContentPartPr>
                <p14:xfrm>
                  <a:off x="6661677" y="3386298"/>
                  <a:ext cx="230400" cy="142200"/>
                </p14:xfrm>
              </p:contentPart>
            </mc:Choice>
            <mc:Fallback xmlns="">
              <p:pic>
                <p:nvPicPr>
                  <p:cNvPr id="19" name="Ink 18">
                    <a:extLst>
                      <a:ext uri="{FF2B5EF4-FFF2-40B4-BE49-F238E27FC236}">
                        <a16:creationId xmlns:a16="http://schemas.microsoft.com/office/drawing/2014/main" id="{A9976D82-D293-C809-FC13-77E684844D4F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6643677" y="3368658"/>
                    <a:ext cx="266040" cy="177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4CB7E7FA-9F3A-D5A3-0D64-EC4684443387}"/>
                      </a:ext>
                    </a:extLst>
                  </p14:cNvPr>
                  <p14:cNvContentPartPr/>
                  <p14:nvPr/>
                </p14:nvContentPartPr>
                <p14:xfrm>
                  <a:off x="7881357" y="2230698"/>
                  <a:ext cx="1704960" cy="1513080"/>
                </p14:xfrm>
              </p:contentPart>
            </mc:Choice>
            <mc:Fallback xmlns=""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DEA5B64D-413B-032D-630F-EC5E9CE69FFB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7863357" y="2212698"/>
                    <a:ext cx="1740600" cy="1548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25" name="Ink 24">
                    <a:extLst>
                      <a:ext uri="{FF2B5EF4-FFF2-40B4-BE49-F238E27FC236}">
                        <a16:creationId xmlns:a16="http://schemas.microsoft.com/office/drawing/2014/main" id="{C860F677-0CEA-C2DC-EA5E-F2DC88FACB39}"/>
                      </a:ext>
                    </a:extLst>
                  </p14:cNvPr>
                  <p14:cNvContentPartPr/>
                  <p14:nvPr/>
                </p14:nvContentPartPr>
                <p14:xfrm>
                  <a:off x="7812597" y="3556938"/>
                  <a:ext cx="164880" cy="246240"/>
                </p14:xfrm>
              </p:contentPart>
            </mc:Choice>
            <mc:Fallback xmlns="">
              <p:pic>
                <p:nvPicPr>
                  <p:cNvPr id="25" name="Ink 24">
                    <a:extLst>
                      <a:ext uri="{FF2B5EF4-FFF2-40B4-BE49-F238E27FC236}">
                        <a16:creationId xmlns:a16="http://schemas.microsoft.com/office/drawing/2014/main" id="{47051A91-A35D-C5BB-E131-B74714ABDF00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7794597" y="3538938"/>
                    <a:ext cx="200520" cy="281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27" name="Ink 26">
                    <a:extLst>
                      <a:ext uri="{FF2B5EF4-FFF2-40B4-BE49-F238E27FC236}">
                        <a16:creationId xmlns:a16="http://schemas.microsoft.com/office/drawing/2014/main" id="{A5657A5A-FFBC-4943-E1F7-5F54F2F3F2B6}"/>
                      </a:ext>
                    </a:extLst>
                  </p14:cNvPr>
                  <p14:cNvContentPartPr/>
                  <p14:nvPr/>
                </p14:nvContentPartPr>
                <p14:xfrm>
                  <a:off x="7238037" y="3275418"/>
                  <a:ext cx="2268000" cy="1688760"/>
                </p14:xfrm>
              </p:contentPart>
            </mc:Choice>
            <mc:Fallback xmlns="">
              <p:pic>
                <p:nvPicPr>
                  <p:cNvPr id="27" name="Ink 26">
                    <a:extLst>
                      <a:ext uri="{FF2B5EF4-FFF2-40B4-BE49-F238E27FC236}">
                        <a16:creationId xmlns:a16="http://schemas.microsoft.com/office/drawing/2014/main" id="{407D8A33-65C9-F013-C80F-2D550767E963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7220037" y="3257418"/>
                    <a:ext cx="2303640" cy="1724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29" name="Ink 28">
                    <a:extLst>
                      <a:ext uri="{FF2B5EF4-FFF2-40B4-BE49-F238E27FC236}">
                        <a16:creationId xmlns:a16="http://schemas.microsoft.com/office/drawing/2014/main" id="{C634DFA2-288B-2C69-9950-B01C77CAADA1}"/>
                      </a:ext>
                    </a:extLst>
                  </p14:cNvPr>
                  <p14:cNvContentPartPr/>
                  <p14:nvPr/>
                </p14:nvContentPartPr>
                <p14:xfrm>
                  <a:off x="7102317" y="4782738"/>
                  <a:ext cx="313560" cy="309960"/>
                </p14:xfrm>
              </p:contentPart>
            </mc:Choice>
            <mc:Fallback xmlns="">
              <p:pic>
                <p:nvPicPr>
                  <p:cNvPr id="29" name="Ink 28">
                    <a:extLst>
                      <a:ext uri="{FF2B5EF4-FFF2-40B4-BE49-F238E27FC236}">
                        <a16:creationId xmlns:a16="http://schemas.microsoft.com/office/drawing/2014/main" id="{822A80F8-F5B1-E6DA-9EFD-F22ED2BBA95D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7084677" y="4765098"/>
                    <a:ext cx="349200" cy="345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32" name="Ink 31">
                    <a:extLst>
                      <a:ext uri="{FF2B5EF4-FFF2-40B4-BE49-F238E27FC236}">
                        <a16:creationId xmlns:a16="http://schemas.microsoft.com/office/drawing/2014/main" id="{64FAAFB9-A547-8DDC-5519-62A2E78990F9}"/>
                      </a:ext>
                    </a:extLst>
                  </p14:cNvPr>
                  <p14:cNvContentPartPr/>
                  <p14:nvPr/>
                </p14:nvContentPartPr>
                <p14:xfrm>
                  <a:off x="2752797" y="3847458"/>
                  <a:ext cx="2332440" cy="816840"/>
                </p14:xfrm>
              </p:contentPart>
            </mc:Choice>
            <mc:Fallback xmlns="">
              <p:pic>
                <p:nvPicPr>
                  <p:cNvPr id="32" name="Ink 31">
                    <a:extLst>
                      <a:ext uri="{FF2B5EF4-FFF2-40B4-BE49-F238E27FC236}">
                        <a16:creationId xmlns:a16="http://schemas.microsoft.com/office/drawing/2014/main" id="{F5721291-8A9D-79E1-B01E-D8DCE25C7044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2735157" y="3829818"/>
                    <a:ext cx="2368080" cy="852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37" name="Ink 36">
                    <a:extLst>
                      <a:ext uri="{FF2B5EF4-FFF2-40B4-BE49-F238E27FC236}">
                        <a16:creationId xmlns:a16="http://schemas.microsoft.com/office/drawing/2014/main" id="{C36AC6E5-AD0C-1C98-724C-0F51FC4BBC98}"/>
                      </a:ext>
                    </a:extLst>
                  </p14:cNvPr>
                  <p14:cNvContentPartPr/>
                  <p14:nvPr/>
                </p14:nvContentPartPr>
                <p14:xfrm>
                  <a:off x="5035557" y="3858258"/>
                  <a:ext cx="186480" cy="221760"/>
                </p14:xfrm>
              </p:contentPart>
            </mc:Choice>
            <mc:Fallback xmlns="">
              <p:pic>
                <p:nvPicPr>
                  <p:cNvPr id="37" name="Ink 36">
                    <a:extLst>
                      <a:ext uri="{FF2B5EF4-FFF2-40B4-BE49-F238E27FC236}">
                        <a16:creationId xmlns:a16="http://schemas.microsoft.com/office/drawing/2014/main" id="{F04518DB-E7ED-36E0-123B-A26382F8E972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5017557" y="3840618"/>
                    <a:ext cx="222120" cy="257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">
                <p14:nvContentPartPr>
                  <p14:cNvPr id="38" name="Ink 37">
                    <a:extLst>
                      <a:ext uri="{FF2B5EF4-FFF2-40B4-BE49-F238E27FC236}">
                        <a16:creationId xmlns:a16="http://schemas.microsoft.com/office/drawing/2014/main" id="{24E92499-184B-AB5F-3EFE-437969599524}"/>
                      </a:ext>
                    </a:extLst>
                  </p14:cNvPr>
                  <p14:cNvContentPartPr/>
                  <p14:nvPr/>
                </p14:nvContentPartPr>
                <p14:xfrm>
                  <a:off x="6774357" y="5355498"/>
                  <a:ext cx="1385280" cy="584280"/>
                </p14:xfrm>
              </p:contentPart>
            </mc:Choice>
            <mc:Fallback xmlns="">
              <p:pic>
                <p:nvPicPr>
                  <p:cNvPr id="38" name="Ink 37">
                    <a:extLst>
                      <a:ext uri="{FF2B5EF4-FFF2-40B4-BE49-F238E27FC236}">
                        <a16:creationId xmlns:a16="http://schemas.microsoft.com/office/drawing/2014/main" id="{E310C980-C530-080D-03DF-F8D312356812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6756357" y="5337498"/>
                    <a:ext cx="1420920" cy="619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">
                <p14:nvContentPartPr>
                  <p14:cNvPr id="39" name="Ink 38">
                    <a:extLst>
                      <a:ext uri="{FF2B5EF4-FFF2-40B4-BE49-F238E27FC236}">
                        <a16:creationId xmlns:a16="http://schemas.microsoft.com/office/drawing/2014/main" id="{1E71FA09-8418-77F6-22BB-9EF4DF490B28}"/>
                      </a:ext>
                    </a:extLst>
                  </p14:cNvPr>
                  <p14:cNvContentPartPr/>
                  <p14:nvPr/>
                </p14:nvContentPartPr>
                <p14:xfrm>
                  <a:off x="6581757" y="5255058"/>
                  <a:ext cx="291240" cy="295200"/>
                </p14:xfrm>
              </p:contentPart>
            </mc:Choice>
            <mc:Fallback xmlns="">
              <p:pic>
                <p:nvPicPr>
                  <p:cNvPr id="39" name="Ink 38">
                    <a:extLst>
                      <a:ext uri="{FF2B5EF4-FFF2-40B4-BE49-F238E27FC236}">
                        <a16:creationId xmlns:a16="http://schemas.microsoft.com/office/drawing/2014/main" id="{81F3CC9E-BB09-5C1B-123B-1854F2CA7EFF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6564117" y="5237418"/>
                    <a:ext cx="326880" cy="330840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FDDFA53-07D1-E225-C49F-1626FCF1D92B}"/>
                </a:ext>
              </a:extLst>
            </p:cNvPr>
            <p:cNvSpPr/>
            <p:nvPr/>
          </p:nvSpPr>
          <p:spPr>
            <a:xfrm>
              <a:off x="5222037" y="4253861"/>
              <a:ext cx="1359720" cy="189015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DCD08B6D-E536-70FA-66B5-47E6DA2CAD33}"/>
              </a:ext>
            </a:extLst>
          </p:cNvPr>
          <p:cNvSpPr txBox="1">
            <a:spLocks/>
          </p:cNvSpPr>
          <p:nvPr/>
        </p:nvSpPr>
        <p:spPr>
          <a:xfrm>
            <a:off x="2582769" y="6463255"/>
            <a:ext cx="1596304" cy="296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id-ID" sz="1400" dirty="0">
                <a:solidFill>
                  <a:schemeClr val="bg1"/>
                </a:solidFill>
                <a:latin typeface="Vertiky" pitchFamily="2" charset="0"/>
              </a:rPr>
              <a:t>Sumber : Pinterest</a:t>
            </a:r>
          </a:p>
        </p:txBody>
      </p:sp>
    </p:spTree>
    <p:extLst>
      <p:ext uri="{BB962C8B-B14F-4D97-AF65-F5344CB8AC3E}">
        <p14:creationId xmlns:p14="http://schemas.microsoft.com/office/powerpoint/2010/main" val="3859234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76F6F57-26FC-0113-4244-28440714CD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242" y="969391"/>
            <a:ext cx="8655516" cy="4919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3707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6CAEB-DD1E-2380-9B6D-2AB803746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91F91-DEBD-2C9A-AAE0-D05C31A5E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074" y="306635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f. Posisi dan Ukuran</a:t>
            </a:r>
          </a:p>
        </p:txBody>
      </p:sp>
    </p:spTree>
    <p:extLst>
      <p:ext uri="{BB962C8B-B14F-4D97-AF65-F5344CB8AC3E}">
        <p14:creationId xmlns:p14="http://schemas.microsoft.com/office/powerpoint/2010/main" val="14279522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792AF2-3889-3064-3D07-05CD6EE23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f. Posisi dan Ukuran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C17D2AD-F77B-80FD-9A5D-F607B68D3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071" y="1356245"/>
            <a:ext cx="8363857" cy="5451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Karakter di kiri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35D53F-6C89-5507-428B-F9EDC9932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385" y="1901372"/>
            <a:ext cx="7147228" cy="460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8720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F7A49-FD75-C9F7-6D4D-997F22AC5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3607493-E132-0A76-8251-C361380B8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f. Posisi dan Ukuran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09CA189-F2D6-E7E8-02B1-D51B35090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071" y="1356245"/>
            <a:ext cx="8363857" cy="5451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Karakter kecil di kiri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F301BA-709B-4FCE-8A58-E230B330E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80" y="2172607"/>
            <a:ext cx="9378648" cy="351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346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1E56B-54CF-6D73-E328-E3079361D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A5F0F20-D472-988B-079C-BF004FEB0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f. Posisi dan Ukuran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648C2F-5D60-2426-58FD-AC6858F89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071" y="1356245"/>
            <a:ext cx="8363857" cy="5451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Karakter di kanan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A2B8D9-0331-C00E-5A27-985A0C19E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125" y="2093005"/>
            <a:ext cx="9777750" cy="413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8559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8A378-3B90-10E9-35AB-64E1816AC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AB6A228-77EE-DA77-F726-52E72840F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f. Posisi dan Ukuran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ED1D016-99AA-9C58-B099-6B78FAA63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071" y="1356245"/>
            <a:ext cx="8363857" cy="5451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Karakter di tengah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2BB1D2-7507-24CC-FAD6-6EB9C77C90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894" y="2026112"/>
            <a:ext cx="6316209" cy="446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8314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BF897-EDB7-42C6-6814-27BCD0DA2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6DD51-923E-C9C7-0DCF-9360CFC11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074" y="306635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g. Jenis Halaman</a:t>
            </a:r>
          </a:p>
        </p:txBody>
      </p:sp>
    </p:spTree>
    <p:extLst>
      <p:ext uri="{BB962C8B-B14F-4D97-AF65-F5344CB8AC3E}">
        <p14:creationId xmlns:p14="http://schemas.microsoft.com/office/powerpoint/2010/main" val="32033635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6AFAA53-2495-B1DD-0290-5E27B0ADABF0}"/>
              </a:ext>
            </a:extLst>
          </p:cNvPr>
          <p:cNvGrpSpPr/>
          <p:nvPr/>
        </p:nvGrpSpPr>
        <p:grpSpPr>
          <a:xfrm>
            <a:off x="756089" y="2249601"/>
            <a:ext cx="5986225" cy="489602"/>
            <a:chOff x="249647" y="2615618"/>
            <a:chExt cx="5986225" cy="55794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1F58838-3444-7743-30F4-1FA1180C5A4E}"/>
                </a:ext>
              </a:extLst>
            </p:cNvPr>
            <p:cNvSpPr/>
            <p:nvPr/>
          </p:nvSpPr>
          <p:spPr>
            <a:xfrm>
              <a:off x="249647" y="2615619"/>
              <a:ext cx="2711011" cy="557939"/>
            </a:xfrm>
            <a:prstGeom prst="roundRect">
              <a:avLst/>
            </a:prstGeom>
            <a:solidFill>
              <a:srgbClr val="FFFF66"/>
            </a:solidFill>
            <a:ln w="57150">
              <a:solidFill>
                <a:srgbClr val="FFFF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2800" b="1" dirty="0">
                  <a:solidFill>
                    <a:schemeClr val="accent6">
                      <a:lumMod val="50000"/>
                    </a:schemeClr>
                  </a:solidFill>
                  <a:latin typeface="Vertiky" pitchFamily="2" charset="0"/>
                </a:rPr>
                <a:t>Spread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D7F05CE-EBF1-64C7-3650-8DA61B394AA7}"/>
                </a:ext>
              </a:extLst>
            </p:cNvPr>
            <p:cNvSpPr/>
            <p:nvPr/>
          </p:nvSpPr>
          <p:spPr>
            <a:xfrm>
              <a:off x="3524861" y="2615618"/>
              <a:ext cx="2711011" cy="557939"/>
            </a:xfrm>
            <a:prstGeom prst="roundRect">
              <a:avLst/>
            </a:prstGeom>
            <a:solidFill>
              <a:srgbClr val="FFFF66"/>
            </a:solidFill>
            <a:ln w="57150">
              <a:solidFill>
                <a:srgbClr val="FFFF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2800" b="1" dirty="0">
                  <a:solidFill>
                    <a:schemeClr val="accent6">
                      <a:lumMod val="50000"/>
                    </a:schemeClr>
                  </a:solidFill>
                  <a:latin typeface="Vertiky" pitchFamily="2" charset="0"/>
                </a:rPr>
                <a:t>Single Page</a:t>
              </a: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159994C4-E4A7-EC5B-1B7C-7DF83ED8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1216657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g. Jenis Halaman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C639A14-3BE7-6306-E323-B9C9AE75D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301" y="2977798"/>
            <a:ext cx="7404609" cy="345625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400" b="1" dirty="0">
                <a:solidFill>
                  <a:srgbClr val="FFFF00"/>
                </a:solidFill>
                <a:latin typeface="Vertiky" pitchFamily="2" charset="0"/>
              </a:rPr>
              <a:t>Full Bleed </a:t>
            </a:r>
            <a:r>
              <a:rPr lang="id-ID" sz="2400" dirty="0">
                <a:solidFill>
                  <a:schemeClr val="bg1"/>
                </a:solidFill>
                <a:latin typeface="Vertiky" pitchFamily="2" charset="0"/>
              </a:rPr>
              <a:t>: Gambar yang sepenuhnya memenuhi halaman dan dipotong oleh trim.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400" b="1" dirty="0">
                <a:solidFill>
                  <a:srgbClr val="FFFF00"/>
                </a:solidFill>
                <a:latin typeface="Vertiky" pitchFamily="2" charset="0"/>
              </a:rPr>
              <a:t>Spot</a:t>
            </a:r>
            <a:r>
              <a:rPr lang="id-ID" sz="2400" dirty="0">
                <a:solidFill>
                  <a:schemeClr val="bg1"/>
                </a:solidFill>
                <a:latin typeface="Vertiky" pitchFamily="2" charset="0"/>
              </a:rPr>
              <a:t> : Ilustrasi lepasan yang biasanya digunakan untuk menunjukan aktivitas yang banyak dalam satu waktu. Biasanya tidak memiliki latar belakang, yang ada hanyalah subjek utama.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400" b="1" dirty="0">
                <a:solidFill>
                  <a:srgbClr val="FFFF00"/>
                </a:solidFill>
                <a:latin typeface="Vertiky" pitchFamily="2" charset="0"/>
              </a:rPr>
              <a:t>Vignette</a:t>
            </a:r>
            <a:r>
              <a:rPr lang="id-ID" sz="2400" dirty="0">
                <a:solidFill>
                  <a:schemeClr val="bg1"/>
                </a:solidFill>
                <a:latin typeface="Vertiky" pitchFamily="2" charset="0"/>
              </a:rPr>
              <a:t> : Memiliki latar belakang yang tidak mencapai tepi halaman atau menutupi seluruh halaman. Tepiannya bisa berbentuk jelas atau kabur.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80114E-5854-C708-1A13-08605416E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87" t="51681" r="51217" b="29782"/>
          <a:stretch/>
        </p:blipFill>
        <p:spPr>
          <a:xfrm>
            <a:off x="756089" y="3115910"/>
            <a:ext cx="3037723" cy="180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096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E8AC7-2267-92D4-11E9-D4286CA23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8FE44-A4C8-A1DC-2219-C8E8E81A9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g. Jenis Halaman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50247-C9B1-179C-2A29-4D06607D6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071" y="1356245"/>
            <a:ext cx="8363857" cy="5451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Spread ( Full illustration)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29D9E4-0CB2-6EA1-030B-67D79CD25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9232" y="1901372"/>
            <a:ext cx="7293534" cy="45584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84A8C92-B862-B80C-6186-A221B59660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266" y="1353037"/>
            <a:ext cx="830727" cy="8307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038534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FA9F3-9D01-F74B-0B0D-8B1D718DD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DF77C-C3DA-E12E-9861-0829D2A90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g. Jenis Halaman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2023A-CEA1-085E-647B-BD244BB9B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071" y="1356245"/>
            <a:ext cx="8363857" cy="5451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Spread ( with white space)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8E8A5A-E207-0F95-BCAC-1B9C53C88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266" y="1353037"/>
            <a:ext cx="830727" cy="8307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FF3330-B121-A22A-E3BB-776F1DDF73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561" y="1901372"/>
            <a:ext cx="7000875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9764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DB12F-8598-8EEC-A8E1-B3803B630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D0EC0-E775-0DDA-88A1-83B9E85CD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g. Jenis Halaman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892FF-0C3D-87E9-069C-B3A5DE27E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071" y="1356245"/>
            <a:ext cx="8363857" cy="5451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Page (Full Bleed – Vignette)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AC7C47-A002-4526-E7B0-57F19DEDA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266" y="1353037"/>
            <a:ext cx="830727" cy="8307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7A8601-DEF1-4678-FB82-BEF864C47A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403" y="1901372"/>
            <a:ext cx="6641194" cy="47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6385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6038B-0326-B215-E1A0-BBEF2D8B9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3BCFA-5FBB-19EA-DEE0-8E3A01B02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g. Jenis Halaman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177A4-D8A8-3D7A-4989-B528B55A2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071" y="1356245"/>
            <a:ext cx="8363857" cy="5451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Page (Spot – Single page with white space)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E8D222-0D3C-1862-25B4-36CA319A8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561" y="2078331"/>
            <a:ext cx="7000875" cy="4381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CA4B46-0C9E-BFDE-06EE-1496548F26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4752" y="1901372"/>
            <a:ext cx="830727" cy="8307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10676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94A17-F92A-B045-E200-A2E6F1A93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87932-9B60-FA53-BED7-7EBC4BE2B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g. Jenis Halaman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B762B-2343-8060-0BEF-15A35CC9C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071" y="1356245"/>
            <a:ext cx="8363857" cy="5451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Page (Full Bleed – Spot)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B6CFD6-0866-F275-219F-04EF265B3F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266" y="1353037"/>
            <a:ext cx="830727" cy="8307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267974-7F5C-57AE-8B49-CB69CBBDA7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799" y="1901372"/>
            <a:ext cx="92964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6774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6E605-D77C-E2A3-B303-33E6B84B9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FE97-4BD0-0F15-A7A2-669C4EFC1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g. Jenis Halaman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9CCFF-28D0-C909-CA2C-E1CCBBA77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071" y="1356245"/>
            <a:ext cx="8363857" cy="5451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Page (Spot – Vignette)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5CE374-40BF-534C-2778-DEA72F8C1F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266" y="1353037"/>
            <a:ext cx="830727" cy="8307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3A8653-1B59-ACA9-B33C-3B4006FC0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785" y="1901372"/>
            <a:ext cx="7748428" cy="464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1714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EE523-FBFD-C9D5-287B-E83C0AB73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EC81E-B6E5-035C-0D19-020129FDF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g. Jenis Halaman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76B21-31A2-77DE-427F-AD5E1F06D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071" y="1356245"/>
            <a:ext cx="8363857" cy="5451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Page (Vignette – Vignette)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05E87A-E363-1DAF-3A84-0393DA244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071" y="2078331"/>
            <a:ext cx="8363857" cy="42958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7B51C5-93EF-E4E7-2789-45FAFEBF6D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199" y="1662967"/>
            <a:ext cx="830727" cy="8307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150412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C1ABD-CC8F-7D0C-B954-FCE729806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B15F7-D40B-E25E-6C93-5339F6192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214" y="627743"/>
            <a:ext cx="5841571" cy="725294"/>
          </a:xfrm>
        </p:spPr>
        <p:txBody>
          <a:bodyPr>
            <a:normAutofit/>
          </a:bodyPr>
          <a:lstStyle/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g. Jenis Halaman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8A185-F7B7-61FF-7470-1E02496B7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071" y="1356245"/>
            <a:ext cx="8363857" cy="5451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dirty="0">
                <a:solidFill>
                  <a:schemeClr val="bg1"/>
                </a:solidFill>
                <a:latin typeface="Vertiky" pitchFamily="2" charset="0"/>
              </a:rPr>
              <a:t>Page ( Full bleed – Full bleed)</a:t>
            </a:r>
            <a:endParaRPr lang="id-ID" sz="1400" dirty="0">
              <a:solidFill>
                <a:schemeClr val="bg1"/>
              </a:solidFill>
              <a:latin typeface="Vertiky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C57B0F-1DA9-792F-A08C-BD144DAE4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266" y="1353037"/>
            <a:ext cx="830727" cy="8307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6CFD84-70B4-A505-A292-11FFD3A540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085" y="1901372"/>
            <a:ext cx="6175828" cy="472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913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3E828-568A-13C1-FE0B-D6D6CE366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D99C39B-C10F-ADBD-C0D5-6E6AA7DE81FB}"/>
              </a:ext>
            </a:extLst>
          </p:cNvPr>
          <p:cNvSpPr txBox="1">
            <a:spLocks/>
          </p:cNvSpPr>
          <p:nvPr/>
        </p:nvSpPr>
        <p:spPr>
          <a:xfrm>
            <a:off x="3175214" y="2265556"/>
            <a:ext cx="5841571" cy="7252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dirty="0">
                <a:solidFill>
                  <a:srgbClr val="FFFF00"/>
                </a:solidFill>
                <a:latin typeface="Boleh" pitchFamily="50" charset="0"/>
              </a:rPr>
              <a:t>h. Layout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7C9381B-7FEB-00A5-D997-A2C9A3DD6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778" y="3023507"/>
            <a:ext cx="7752442" cy="1815193"/>
          </a:xfrm>
        </p:spPr>
        <p:txBody>
          <a:bodyPr>
            <a:noAutofit/>
          </a:bodyPr>
          <a:lstStyle/>
          <a:p>
            <a:r>
              <a:rPr lang="id-ID" sz="2400" dirty="0">
                <a:solidFill>
                  <a:schemeClr val="bg1"/>
                </a:solidFill>
                <a:latin typeface="Vertiky" pitchFamily="2" charset="0"/>
              </a:rPr>
              <a:t>Susunan teks dan gambar harus seimbang dan nyaman dilihat</a:t>
            </a:r>
          </a:p>
          <a:p>
            <a:r>
              <a:rPr lang="id-ID" sz="2400" dirty="0">
                <a:solidFill>
                  <a:schemeClr val="bg1"/>
                </a:solidFill>
                <a:latin typeface="Vertiky" pitchFamily="2" charset="0"/>
              </a:rPr>
              <a:t>Beri ruang bernapas / kosong disekitar teks dan gambar </a:t>
            </a:r>
          </a:p>
          <a:p>
            <a:r>
              <a:rPr lang="id-ID" sz="2400" dirty="0">
                <a:solidFill>
                  <a:schemeClr val="bg1"/>
                </a:solidFill>
                <a:latin typeface="Vertiky" pitchFamily="2" charset="0"/>
              </a:rPr>
              <a:t>Tidak meletakkan teks di tengah spread</a:t>
            </a:r>
          </a:p>
        </p:txBody>
      </p:sp>
    </p:spTree>
    <p:extLst>
      <p:ext uri="{BB962C8B-B14F-4D97-AF65-F5344CB8AC3E}">
        <p14:creationId xmlns:p14="http://schemas.microsoft.com/office/powerpoint/2010/main" val="13389506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66CCFF-DC03-7598-ECF3-B6B46E587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335" y="666120"/>
            <a:ext cx="9349330" cy="552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3169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E7C6D8-83D5-BC10-7F65-004A6FF63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406" y="438766"/>
            <a:ext cx="9215187" cy="598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276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8F236C-FC65-AE98-4537-F82925990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684" y="650210"/>
            <a:ext cx="9262631" cy="555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1640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D20DC-41BA-42AC-6724-1CEA3080E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C4E53C-60DC-3D7F-2CBC-99889C375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686" y="1212345"/>
            <a:ext cx="9336627" cy="443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2836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8567D0-3631-E3FD-96C2-AEC84B305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232" y="707583"/>
            <a:ext cx="9733535" cy="544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3248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57938-86D5-96AB-8057-AD00051AD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EA6D5F-A23A-957B-FF6A-3D01D5C7F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357" y="1018678"/>
            <a:ext cx="9641286" cy="482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4536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7401009-B4B9-9254-3716-C20101A1E76B}"/>
              </a:ext>
            </a:extLst>
          </p:cNvPr>
          <p:cNvSpPr txBox="1">
            <a:spLocks/>
          </p:cNvSpPr>
          <p:nvPr/>
        </p:nvSpPr>
        <p:spPr>
          <a:xfrm>
            <a:off x="838200" y="965813"/>
            <a:ext cx="10515600" cy="69674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d-ID" sz="4000" dirty="0">
                <a:solidFill>
                  <a:schemeClr val="bg1"/>
                </a:solidFill>
                <a:latin typeface="Boleh" pitchFamily="50" charset="0"/>
              </a:rPr>
              <a:t>Mulai dari mana yaaa?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id-ID" sz="2000" dirty="0">
              <a:solidFill>
                <a:schemeClr val="bg1"/>
              </a:solidFill>
              <a:latin typeface="Vertiky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A8155-9B16-32DD-C496-EEB02E3EE95F}"/>
              </a:ext>
            </a:extLst>
          </p:cNvPr>
          <p:cNvSpPr txBox="1">
            <a:spLocks/>
          </p:cNvSpPr>
          <p:nvPr/>
        </p:nvSpPr>
        <p:spPr>
          <a:xfrm>
            <a:off x="1297858" y="1786295"/>
            <a:ext cx="9596284" cy="449812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id-ID" sz="2400" dirty="0">
                <a:solidFill>
                  <a:schemeClr val="bg1"/>
                </a:solidFill>
                <a:latin typeface="Vertiky" pitchFamily="2" charset="0"/>
              </a:rPr>
              <a:t>Pahami kembali naskah cerita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id-ID" sz="2400" dirty="0">
                <a:solidFill>
                  <a:schemeClr val="bg1"/>
                </a:solidFill>
                <a:latin typeface="Vertiky" pitchFamily="2" charset="0"/>
              </a:rPr>
              <a:t>Identifikasi naskah untuk menentukan focal point dan elemen-elemen yang harus ada di setiap spreadnya </a:t>
            </a:r>
            <a:r>
              <a:rPr lang="id-ID" sz="2400" i="1" dirty="0">
                <a:solidFill>
                  <a:schemeClr val="bg1"/>
                </a:solidFill>
                <a:latin typeface="Vertiky" pitchFamily="2" charset="0"/>
              </a:rPr>
              <a:t>(disesuaikan dengan naskah cerita)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id-ID" sz="2400" dirty="0">
                <a:solidFill>
                  <a:schemeClr val="bg1"/>
                </a:solidFill>
                <a:latin typeface="Vertiky" pitchFamily="2" charset="0"/>
              </a:rPr>
              <a:t>Bayangkan kita masuk ke dalam cerita untuk lebih mudah menentukan komposisi, perspektif, shot yang akan digunakan.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id-ID" sz="2400" dirty="0">
                <a:solidFill>
                  <a:schemeClr val="bg1"/>
                </a:solidFill>
                <a:latin typeface="Vertiky" pitchFamily="2" charset="0"/>
              </a:rPr>
              <a:t>Tuangkan ide dalam bentuk sketsa sangat kasar, boleh dikertas atau langsung di thumbnail storyboard </a:t>
            </a:r>
            <a:r>
              <a:rPr lang="id-ID" sz="2400" i="1" dirty="0">
                <a:solidFill>
                  <a:schemeClr val="bg1"/>
                </a:solidFill>
                <a:latin typeface="Vertiky" pitchFamily="2" charset="0"/>
              </a:rPr>
              <a:t>(fleksibel)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id-ID" sz="2400" dirty="0">
                <a:solidFill>
                  <a:schemeClr val="bg1"/>
                </a:solidFill>
                <a:latin typeface="Vertiky" pitchFamily="2" charset="0"/>
              </a:rPr>
              <a:t>Kumpulkan referensi bisa sekalian buat moodboard biar lebih izi </a:t>
            </a:r>
            <a:r>
              <a:rPr lang="id-ID" sz="2400" i="1" dirty="0">
                <a:solidFill>
                  <a:schemeClr val="bg1"/>
                </a:solidFill>
                <a:latin typeface="Vertiky" pitchFamily="2" charset="0"/>
              </a:rPr>
              <a:t>(ini juga bisa nyambi bikin sketsa nya)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id-ID" sz="2400" dirty="0">
                <a:solidFill>
                  <a:schemeClr val="bg1"/>
                </a:solidFill>
                <a:latin typeface="Vertiky" pitchFamily="2" charset="0"/>
              </a:rPr>
              <a:t>Mulai buat sketsa ilustrasi </a:t>
            </a:r>
            <a:r>
              <a:rPr lang="id-ID" sz="2400" i="1" dirty="0">
                <a:solidFill>
                  <a:schemeClr val="bg1"/>
                </a:solidFill>
                <a:latin typeface="Vertiky" pitchFamily="2" charset="0"/>
              </a:rPr>
              <a:t>(boleh langsung di thumbnail storyboard atau langsung di spread dg ukuran aslinya  kemudian nnt dijadikan satu)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id-ID" sz="2400" dirty="0">
                <a:solidFill>
                  <a:schemeClr val="bg1"/>
                </a:solidFill>
                <a:latin typeface="Vertiky" pitchFamily="2" charset="0"/>
              </a:rPr>
              <a:t>Cek komposisi, shot, persepektif, flow visual, serta space untuk teks di storyboard yang sudah kita buat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id-ID" sz="2400" dirty="0">
              <a:solidFill>
                <a:schemeClr val="bg1"/>
              </a:solidFill>
              <a:latin typeface="Vertiky" pitchFamily="2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400" i="1" dirty="0">
                <a:solidFill>
                  <a:schemeClr val="bg1"/>
                </a:solidFill>
                <a:latin typeface="Vertiky" pitchFamily="2" charset="0"/>
              </a:rPr>
              <a:t>NB : Inti dari flow visual adalah gambar ilustrasi kita membuat mata kita bergerak dari kiri ke kanan.</a:t>
            </a:r>
          </a:p>
        </p:txBody>
      </p:sp>
    </p:spTree>
    <p:extLst>
      <p:ext uri="{BB962C8B-B14F-4D97-AF65-F5344CB8AC3E}">
        <p14:creationId xmlns:p14="http://schemas.microsoft.com/office/powerpoint/2010/main" val="25336898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DB267-55A8-AB03-93FE-058CFA871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6EC2-A950-F6AC-E24D-D060E3A4B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8435" y="317719"/>
            <a:ext cx="4139985" cy="1325563"/>
          </a:xfrm>
        </p:spPr>
        <p:txBody>
          <a:bodyPr>
            <a:normAutofit/>
          </a:bodyPr>
          <a:lstStyle/>
          <a:p>
            <a:pPr algn="ctr"/>
            <a:r>
              <a:rPr lang="id-ID" b="1" dirty="0">
                <a:solidFill>
                  <a:schemeClr val="bg1"/>
                </a:solidFill>
                <a:latin typeface="Boleh" pitchFamily="50" charset="0"/>
              </a:rPr>
              <a:t>Kesimpulan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7EAC769-69BB-7CE6-64D0-02D9E5DA16C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0" t="7511" r="9364" b="3277"/>
          <a:stretch/>
        </p:blipFill>
        <p:spPr>
          <a:xfrm>
            <a:off x="191952" y="1288280"/>
            <a:ext cx="9576338" cy="54392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95C0358-6D5F-3845-CEC1-D7BCD6E0E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721" y="2106416"/>
            <a:ext cx="8336799" cy="537060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id-ID" sz="2000" kern="100" dirty="0">
                <a:effectLst/>
                <a:latin typeface="Vertik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Kumpulkan segala informasi penting tentang buku dan naskah cerita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EDF557F-84CC-50D0-C6E7-950F35D923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0246" y="1155279"/>
            <a:ext cx="1136544" cy="11365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F533264-6523-2A4C-1016-DBF7DA04E404}"/>
              </a:ext>
            </a:extLst>
          </p:cNvPr>
          <p:cNvSpPr txBox="1">
            <a:spLocks/>
          </p:cNvSpPr>
          <p:nvPr/>
        </p:nvSpPr>
        <p:spPr>
          <a:xfrm>
            <a:off x="811721" y="2462876"/>
            <a:ext cx="8336799" cy="822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id-ID" sz="2000" kern="100" dirty="0">
                <a:latin typeface="Vertik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Menyiapkan mood board yang berisi referensi agar lebih mudah dalam membuat ilustrasi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750130E-A191-3BC3-5D3D-FD18709B990E}"/>
              </a:ext>
            </a:extLst>
          </p:cNvPr>
          <p:cNvSpPr txBox="1">
            <a:spLocks/>
          </p:cNvSpPr>
          <p:nvPr/>
        </p:nvSpPr>
        <p:spPr>
          <a:xfrm>
            <a:off x="811721" y="3106997"/>
            <a:ext cx="8336799" cy="7945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id-ID" sz="2000" kern="100" dirty="0">
                <a:latin typeface="Vertik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Membuat thumbnail storyboard dengan ukuran panel/spread sesuai dengan rasio buku yang akan dicetak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7B06CB19-8A00-48CD-4B34-6F9F93FBCFD7}"/>
              </a:ext>
            </a:extLst>
          </p:cNvPr>
          <p:cNvSpPr txBox="1">
            <a:spLocks/>
          </p:cNvSpPr>
          <p:nvPr/>
        </p:nvSpPr>
        <p:spPr>
          <a:xfrm>
            <a:off x="811720" y="3758620"/>
            <a:ext cx="8336799" cy="490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id-ID" sz="2000" kern="100" dirty="0">
                <a:latin typeface="Vertik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Beri ruang untuk teks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23C793F-BEEE-EC40-A5B0-1DEE6B08CC07}"/>
              </a:ext>
            </a:extLst>
          </p:cNvPr>
          <p:cNvSpPr txBox="1">
            <a:spLocks/>
          </p:cNvSpPr>
          <p:nvPr/>
        </p:nvSpPr>
        <p:spPr>
          <a:xfrm>
            <a:off x="811720" y="4120968"/>
            <a:ext cx="8336799" cy="4322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id-ID" sz="2000" kern="100" dirty="0">
                <a:latin typeface="Vertik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Alur cerita dari kiri ke kanan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ECF1CB96-9330-473C-8361-AEDC84015BE6}"/>
              </a:ext>
            </a:extLst>
          </p:cNvPr>
          <p:cNvSpPr txBox="1">
            <a:spLocks/>
          </p:cNvSpPr>
          <p:nvPr/>
        </p:nvSpPr>
        <p:spPr>
          <a:xfrm>
            <a:off x="811719" y="4469011"/>
            <a:ext cx="8336799" cy="446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id-ID" sz="2000" kern="100" dirty="0">
                <a:latin typeface="Vertik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Bisa gunakan variasi dari jenis halaman, spread, page, dan spot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89D4B5CE-5D3B-C8AA-7CE0-1CDA7DB45115}"/>
              </a:ext>
            </a:extLst>
          </p:cNvPr>
          <p:cNvSpPr txBox="1">
            <a:spLocks/>
          </p:cNvSpPr>
          <p:nvPr/>
        </p:nvSpPr>
        <p:spPr>
          <a:xfrm>
            <a:off x="811719" y="4817053"/>
            <a:ext cx="8336799" cy="4322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id-ID" sz="2000" kern="100" dirty="0">
                <a:latin typeface="Vertik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Perhatikan fokus yang ingin disampaikan penulis dalam cerita 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93066721-27C8-4B4E-F1D0-2003B10F3BFB}"/>
              </a:ext>
            </a:extLst>
          </p:cNvPr>
          <p:cNvSpPr txBox="1">
            <a:spLocks/>
          </p:cNvSpPr>
          <p:nvPr/>
        </p:nvSpPr>
        <p:spPr>
          <a:xfrm>
            <a:off x="811719" y="5179402"/>
            <a:ext cx="8336799" cy="794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id-ID" sz="2000" kern="100" dirty="0">
                <a:latin typeface="Vertik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Gunakan prespektif dan komposisi yang berbeda atau bervariasi terutama untuk spread yang berdekatan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EC1B97F-456C-7521-4816-A3FEA319A95E}"/>
              </a:ext>
            </a:extLst>
          </p:cNvPr>
          <p:cNvSpPr txBox="1">
            <a:spLocks/>
          </p:cNvSpPr>
          <p:nvPr/>
        </p:nvSpPr>
        <p:spPr>
          <a:xfrm>
            <a:off x="811719" y="5820457"/>
            <a:ext cx="8336799" cy="716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id-ID" sz="2000" kern="100" dirty="0">
                <a:latin typeface="Vertik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Perhatikan batas tengah halaman agar tidak meletakan vocal point dan teks di tengah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C831862-9FDF-97B2-040B-CB6875DD7C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5397" r="-1" b="7500"/>
          <a:stretch/>
        </p:blipFill>
        <p:spPr>
          <a:xfrm>
            <a:off x="8122668" y="2213271"/>
            <a:ext cx="3911014" cy="383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2544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358BB-8FC3-631D-60B7-F8B990D45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62A06-D66A-9C52-BD6C-85F0D5682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3560"/>
            <a:ext cx="10515600" cy="3230880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id-ID" sz="2000" dirty="0">
                <a:solidFill>
                  <a:schemeClr val="bg1"/>
                </a:solidFill>
                <a:latin typeface="Vertiky" pitchFamily="2" charset="0"/>
              </a:rPr>
              <a:t>Perjalanan hidup itu seperti membuat </a:t>
            </a:r>
            <a:r>
              <a:rPr lang="id-ID" sz="2000" b="1" dirty="0">
                <a:solidFill>
                  <a:srgbClr val="FFFF00"/>
                </a:solidFill>
                <a:latin typeface="Vertiky" pitchFamily="2" charset="0"/>
              </a:rPr>
              <a:t>storyboard</a:t>
            </a:r>
            <a:r>
              <a:rPr lang="id-ID" sz="2000" dirty="0">
                <a:solidFill>
                  <a:schemeClr val="bg1"/>
                </a:solidFill>
                <a:latin typeface="Vertiky" pitchFamily="2" charset="0"/>
              </a:rPr>
              <a:t>, </a:t>
            </a:r>
            <a:br>
              <a:rPr lang="id-ID" sz="2000" dirty="0">
                <a:solidFill>
                  <a:schemeClr val="bg1"/>
                </a:solidFill>
                <a:latin typeface="Vertiky" pitchFamily="2" charset="0"/>
              </a:rPr>
            </a:br>
            <a:r>
              <a:rPr lang="id-ID" sz="2000" dirty="0">
                <a:solidFill>
                  <a:schemeClr val="bg1"/>
                </a:solidFill>
                <a:latin typeface="Vertiky" pitchFamily="2" charset="0"/>
              </a:rPr>
              <a:t>Perlu </a:t>
            </a:r>
            <a:r>
              <a:rPr lang="id-ID" sz="2000" b="1" dirty="0">
                <a:solidFill>
                  <a:srgbClr val="FFFF00"/>
                </a:solidFill>
                <a:latin typeface="Vertiky" pitchFamily="2" charset="0"/>
              </a:rPr>
              <a:t>focal point </a:t>
            </a:r>
            <a:r>
              <a:rPr lang="id-ID" sz="2000" dirty="0">
                <a:solidFill>
                  <a:schemeClr val="bg1"/>
                </a:solidFill>
                <a:latin typeface="Vertiky" pitchFamily="2" charset="0"/>
              </a:rPr>
              <a:t>agar semua menjadi jelas dan terarah. </a:t>
            </a:r>
            <a:br>
              <a:rPr lang="id-ID" sz="2000" dirty="0">
                <a:solidFill>
                  <a:schemeClr val="bg1"/>
                </a:solidFill>
                <a:latin typeface="Vertiky" pitchFamily="2" charset="0"/>
              </a:rPr>
            </a:br>
            <a:r>
              <a:rPr lang="id-ID" sz="2000" dirty="0">
                <a:solidFill>
                  <a:schemeClr val="bg1"/>
                </a:solidFill>
                <a:latin typeface="Vertiky" pitchFamily="2" charset="0"/>
              </a:rPr>
              <a:t>Menikmati kehidupan pun perlu belajar untuk memandang segala sesuatu tidak </a:t>
            </a:r>
            <a:br>
              <a:rPr lang="id-ID" sz="2000" dirty="0">
                <a:solidFill>
                  <a:schemeClr val="bg1"/>
                </a:solidFill>
                <a:latin typeface="Vertiky" pitchFamily="2" charset="0"/>
              </a:rPr>
            </a:br>
            <a:r>
              <a:rPr lang="id-ID" sz="2000" dirty="0">
                <a:solidFill>
                  <a:schemeClr val="bg1"/>
                </a:solidFill>
                <a:latin typeface="Vertiky" pitchFamily="2" charset="0"/>
              </a:rPr>
              <a:t>dengan satu </a:t>
            </a:r>
            <a:r>
              <a:rPr lang="id-ID" sz="2000" b="1" dirty="0">
                <a:solidFill>
                  <a:srgbClr val="FFFF00"/>
                </a:solidFill>
                <a:latin typeface="Vertiky" pitchFamily="2" charset="0"/>
              </a:rPr>
              <a:t>perspektif</a:t>
            </a:r>
            <a:r>
              <a:rPr lang="id-ID" sz="2000" dirty="0">
                <a:solidFill>
                  <a:schemeClr val="bg1"/>
                </a:solidFill>
                <a:latin typeface="Vertiky" pitchFamily="2" charset="0"/>
              </a:rPr>
              <a:t>, karena semua akan terasa hambar dibuatnya.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id-ID" sz="2000" dirty="0">
                <a:solidFill>
                  <a:schemeClr val="bg1"/>
                </a:solidFill>
                <a:latin typeface="Vertiky" pitchFamily="2" charset="0"/>
              </a:rPr>
              <a:t>Jikalau disaat ini kita sedang jatuh dan terpuruk, ingatlah bahwa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id-ID" sz="2000" dirty="0">
                <a:solidFill>
                  <a:schemeClr val="bg1"/>
                </a:solidFill>
                <a:latin typeface="Vertiky" pitchFamily="2" charset="0"/>
              </a:rPr>
              <a:t>segala sesuatu sudah ditempatkan dengan </a:t>
            </a:r>
            <a:r>
              <a:rPr lang="id-ID" sz="2000" b="1" dirty="0">
                <a:solidFill>
                  <a:srgbClr val="FFFF00"/>
                </a:solidFill>
                <a:latin typeface="Vertiky" pitchFamily="2" charset="0"/>
              </a:rPr>
              <a:t>komposisi</a:t>
            </a:r>
            <a:r>
              <a:rPr lang="id-ID" sz="2000" dirty="0">
                <a:solidFill>
                  <a:srgbClr val="FFFF00"/>
                </a:solidFill>
                <a:latin typeface="Vertiky" pitchFamily="2" charset="0"/>
              </a:rPr>
              <a:t> </a:t>
            </a:r>
            <a:r>
              <a:rPr lang="id-ID" sz="2000" dirty="0">
                <a:solidFill>
                  <a:schemeClr val="bg1"/>
                </a:solidFill>
                <a:latin typeface="Vertiky" pitchFamily="2" charset="0"/>
              </a:rPr>
              <a:t>yang pas olehNya.</a:t>
            </a:r>
            <a:br>
              <a:rPr lang="id-ID" sz="2000" dirty="0">
                <a:solidFill>
                  <a:schemeClr val="bg1"/>
                </a:solidFill>
                <a:latin typeface="Vertiky" pitchFamily="2" charset="0"/>
              </a:rPr>
            </a:br>
            <a:br>
              <a:rPr lang="id-ID" sz="2000" dirty="0">
                <a:solidFill>
                  <a:schemeClr val="bg1"/>
                </a:solidFill>
                <a:latin typeface="Vertiky" pitchFamily="2" charset="0"/>
              </a:rPr>
            </a:br>
            <a:r>
              <a:rPr lang="id-ID" sz="2000" dirty="0">
                <a:solidFill>
                  <a:schemeClr val="bg1"/>
                </a:solidFill>
                <a:latin typeface="Vertiky" pitchFamily="2" charset="0"/>
              </a:rPr>
              <a:t>Seperti storyboard yang tampak dinamis, perlu focal poin dan</a:t>
            </a:r>
            <a:br>
              <a:rPr lang="id-ID" sz="2000" dirty="0">
                <a:solidFill>
                  <a:schemeClr val="bg1"/>
                </a:solidFill>
                <a:latin typeface="Vertiky" pitchFamily="2" charset="0"/>
              </a:rPr>
            </a:br>
            <a:r>
              <a:rPr lang="id-ID" sz="2000" dirty="0">
                <a:solidFill>
                  <a:schemeClr val="bg1"/>
                </a:solidFill>
                <a:latin typeface="Vertiky" pitchFamily="2" charset="0"/>
              </a:rPr>
              <a:t>beraneka ragam prespektif dan komposisi ditiap panelnya, 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id-ID" sz="2000" dirty="0">
                <a:solidFill>
                  <a:schemeClr val="bg1"/>
                </a:solidFill>
                <a:latin typeface="Vertiky" pitchFamily="2" charset="0"/>
              </a:rPr>
              <a:t>Maka buatlah hidupmu bahagia dengan tujuan yang terarah, rasa syukur yang tiada henti </a:t>
            </a:r>
            <a:br>
              <a:rPr lang="id-ID" sz="2000" dirty="0">
                <a:solidFill>
                  <a:schemeClr val="bg1"/>
                </a:solidFill>
                <a:latin typeface="Vertiky" pitchFamily="2" charset="0"/>
              </a:rPr>
            </a:br>
            <a:r>
              <a:rPr lang="id-ID" sz="2000" dirty="0">
                <a:solidFill>
                  <a:schemeClr val="bg1"/>
                </a:solidFill>
                <a:latin typeface="Vertiky" pitchFamily="2" charset="0"/>
              </a:rPr>
              <a:t>dan juga keyakinan atas segala takdir baik dariNya</a:t>
            </a:r>
          </a:p>
          <a:p>
            <a:pPr marL="0" indent="0" algn="ctr">
              <a:spcBef>
                <a:spcPts val="0"/>
              </a:spcBef>
              <a:buNone/>
            </a:pPr>
            <a:endParaRPr lang="id-ID" sz="2000" i="1" dirty="0">
              <a:solidFill>
                <a:schemeClr val="bg1"/>
              </a:solidFill>
              <a:latin typeface="Vertiky" pitchFamily="2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id-ID" sz="2000" dirty="0">
              <a:solidFill>
                <a:schemeClr val="bg1"/>
              </a:solidFill>
              <a:latin typeface="Vertiky" pitchFamily="2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4352331-38F9-4286-9EF8-E32A41E4D3CB}"/>
              </a:ext>
            </a:extLst>
          </p:cNvPr>
          <p:cNvSpPr txBox="1">
            <a:spLocks/>
          </p:cNvSpPr>
          <p:nvPr/>
        </p:nvSpPr>
        <p:spPr>
          <a:xfrm>
            <a:off x="838200" y="5212080"/>
            <a:ext cx="10515600" cy="563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id-ID" sz="1800" b="1" i="1" dirty="0">
                <a:solidFill>
                  <a:srgbClr val="FFFF00"/>
                </a:solidFill>
                <a:latin typeface="Vertiky" pitchFamily="2" charset="0"/>
              </a:rPr>
              <a:t>irsalinadwp, 2024</a:t>
            </a:r>
          </a:p>
        </p:txBody>
      </p:sp>
    </p:spTree>
    <p:extLst>
      <p:ext uri="{BB962C8B-B14F-4D97-AF65-F5344CB8AC3E}">
        <p14:creationId xmlns:p14="http://schemas.microsoft.com/office/powerpoint/2010/main" val="22162595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DA790-7833-B962-F37A-E83B7EB35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28729-19A4-81E3-2FB2-3E82691D2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3467" y="2371376"/>
            <a:ext cx="6685065" cy="1719007"/>
          </a:xfrm>
        </p:spPr>
        <p:txBody>
          <a:bodyPr>
            <a:normAutofit/>
          </a:bodyPr>
          <a:lstStyle/>
          <a:p>
            <a:pPr algn="ctr"/>
            <a:r>
              <a:rPr lang="id-ID" sz="6600" dirty="0">
                <a:solidFill>
                  <a:schemeClr val="bg1"/>
                </a:solidFill>
                <a:latin typeface="Boleh" pitchFamily="50" charset="0"/>
              </a:rPr>
              <a:t>Terimakasiiih &lt;3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3E30EBE-180C-CC30-FA8D-F1D74A6B5097}"/>
              </a:ext>
            </a:extLst>
          </p:cNvPr>
          <p:cNvSpPr txBox="1">
            <a:spLocks/>
          </p:cNvSpPr>
          <p:nvPr/>
        </p:nvSpPr>
        <p:spPr>
          <a:xfrm>
            <a:off x="2753466" y="3407697"/>
            <a:ext cx="6685065" cy="1027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sz="3600" b="1" dirty="0">
                <a:solidFill>
                  <a:schemeClr val="bg1"/>
                </a:solidFill>
                <a:latin typeface="Vertiky" pitchFamily="2" charset="0"/>
              </a:rPr>
              <a:t>Mari kita diskusi :D</a:t>
            </a:r>
          </a:p>
        </p:txBody>
      </p:sp>
    </p:spTree>
    <p:extLst>
      <p:ext uri="{BB962C8B-B14F-4D97-AF65-F5344CB8AC3E}">
        <p14:creationId xmlns:p14="http://schemas.microsoft.com/office/powerpoint/2010/main" val="1115330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10104</TotalTime>
  <Words>923</Words>
  <Application>Microsoft Office PowerPoint</Application>
  <PresentationFormat>Widescreen</PresentationFormat>
  <Paragraphs>145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Arial</vt:lpstr>
      <vt:lpstr>Boleh</vt:lpstr>
      <vt:lpstr>Calibri</vt:lpstr>
      <vt:lpstr>Calibri Light</vt:lpstr>
      <vt:lpstr>Vertiky</vt:lpstr>
      <vt:lpstr>Office Theme</vt:lpstr>
      <vt:lpstr>Membuat Storyboard yang Dinamis</vt:lpstr>
      <vt:lpstr>PowerPoint Presentation</vt:lpstr>
      <vt:lpstr>4. Point penting dalam  pembuatan storyboard</vt:lpstr>
      <vt:lpstr>d. Komposisi</vt:lpstr>
      <vt:lpstr>d. Komposisi</vt:lpstr>
      <vt:lpstr>d. Komposisi</vt:lpstr>
      <vt:lpstr>d. Komposisi</vt:lpstr>
      <vt:lpstr>d. Komposisi</vt:lpstr>
      <vt:lpstr>d. Komposisi</vt:lpstr>
      <vt:lpstr>d. Komposisi</vt:lpstr>
      <vt:lpstr>d. Komposisi</vt:lpstr>
      <vt:lpstr>d. Komposisi</vt:lpstr>
      <vt:lpstr>PowerPoint Presentation</vt:lpstr>
      <vt:lpstr>e. Focal Point</vt:lpstr>
      <vt:lpstr>e. Focal Point</vt:lpstr>
      <vt:lpstr>e. Focal Point</vt:lpstr>
      <vt:lpstr>e. Focal Point</vt:lpstr>
      <vt:lpstr>e. Focal Point</vt:lpstr>
      <vt:lpstr>e. Focal Point</vt:lpstr>
      <vt:lpstr>e. Focal Point</vt:lpstr>
      <vt:lpstr>e. Focal Point</vt:lpstr>
      <vt:lpstr>e. Focal Point</vt:lpstr>
      <vt:lpstr>e. Focal Point</vt:lpstr>
      <vt:lpstr>e. Focal Point</vt:lpstr>
      <vt:lpstr>PowerPoint Presentation</vt:lpstr>
      <vt:lpstr>f. Posisi dan Ukuran</vt:lpstr>
      <vt:lpstr>f. Posisi dan Ukuran</vt:lpstr>
      <vt:lpstr>f. Posisi dan Ukuran</vt:lpstr>
      <vt:lpstr>f. Posisi dan Ukuran</vt:lpstr>
      <vt:lpstr>f. Posisi dan Ukuran</vt:lpstr>
      <vt:lpstr>g. Jenis Halaman</vt:lpstr>
      <vt:lpstr>g. Jenis Halaman</vt:lpstr>
      <vt:lpstr>g. Jenis Halaman</vt:lpstr>
      <vt:lpstr>g. Jenis Halaman</vt:lpstr>
      <vt:lpstr>g. Jenis Halaman</vt:lpstr>
      <vt:lpstr>g. Jenis Halaman</vt:lpstr>
      <vt:lpstr>g. Jenis Halaman</vt:lpstr>
      <vt:lpstr>g. Jenis Halaman</vt:lpstr>
      <vt:lpstr>g. Jenis Halaman</vt:lpstr>
      <vt:lpstr>g. Jenis Halaman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Kesimpulan</vt:lpstr>
      <vt:lpstr>PowerPoint Presentation</vt:lpstr>
      <vt:lpstr>Terimakasiiih &lt;3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6282330559344</dc:creator>
  <cp:lastModifiedBy>6282330559344</cp:lastModifiedBy>
  <cp:revision>49</cp:revision>
  <dcterms:created xsi:type="dcterms:W3CDTF">2024-10-09T11:17:27Z</dcterms:created>
  <dcterms:modified xsi:type="dcterms:W3CDTF">2024-12-18T10:45:21Z</dcterms:modified>
</cp:coreProperties>
</file>