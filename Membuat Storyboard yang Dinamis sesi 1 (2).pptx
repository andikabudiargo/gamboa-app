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67" r:id="rId3"/>
    <p:sldId id="257" r:id="rId4"/>
    <p:sldId id="260" r:id="rId5"/>
    <p:sldId id="268" r:id="rId6"/>
    <p:sldId id="269" r:id="rId7"/>
    <p:sldId id="347" r:id="rId8"/>
    <p:sldId id="356" r:id="rId9"/>
    <p:sldId id="272" r:id="rId10"/>
    <p:sldId id="263" r:id="rId11"/>
    <p:sldId id="348" r:id="rId12"/>
    <p:sldId id="350" r:id="rId13"/>
    <p:sldId id="274" r:id="rId14"/>
    <p:sldId id="264" r:id="rId15"/>
    <p:sldId id="280" r:id="rId16"/>
    <p:sldId id="308" r:id="rId17"/>
    <p:sldId id="288" r:id="rId18"/>
    <p:sldId id="289" r:id="rId19"/>
    <p:sldId id="290" r:id="rId20"/>
    <p:sldId id="291" r:id="rId21"/>
    <p:sldId id="353" r:id="rId22"/>
    <p:sldId id="354" r:id="rId23"/>
    <p:sldId id="292" r:id="rId24"/>
    <p:sldId id="293" r:id="rId25"/>
    <p:sldId id="352" r:id="rId26"/>
    <p:sldId id="294" r:id="rId27"/>
    <p:sldId id="295" r:id="rId28"/>
    <p:sldId id="296" r:id="rId29"/>
    <p:sldId id="297" r:id="rId30"/>
    <p:sldId id="298" r:id="rId31"/>
    <p:sldId id="299" r:id="rId32"/>
    <p:sldId id="355" r:id="rId33"/>
    <p:sldId id="351" r:id="rId34"/>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3300"/>
    <a:srgbClr val="FFFF66"/>
    <a:srgbClr val="0E4028"/>
    <a:srgbClr val="FCCD6A"/>
    <a:srgbClr val="FFC86D"/>
    <a:srgbClr val="FFCA71"/>
    <a:srgbClr val="CC0000"/>
    <a:srgbClr val="F9A172"/>
    <a:srgbClr val="FAAC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F200C1-0F2E-48C1-8C8B-AD2D5548260A}" type="datetimeFigureOut">
              <a:rPr lang="id-ID" smtClean="0"/>
              <a:t>18/12/2024</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F438C9-2A1A-47DD-A515-E5F114D9ADE5}" type="slidenum">
              <a:rPr lang="id-ID" smtClean="0"/>
              <a:t>‹#›</a:t>
            </a:fld>
            <a:endParaRPr lang="id-ID"/>
          </a:p>
        </p:txBody>
      </p:sp>
    </p:spTree>
    <p:extLst>
      <p:ext uri="{BB962C8B-B14F-4D97-AF65-F5344CB8AC3E}">
        <p14:creationId xmlns:p14="http://schemas.microsoft.com/office/powerpoint/2010/main" val="400222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B5F438C9-2A1A-47DD-A515-E5F114D9ADE5}" type="slidenum">
              <a:rPr lang="id-ID" smtClean="0"/>
              <a:t>2</a:t>
            </a:fld>
            <a:endParaRPr lang="id-ID"/>
          </a:p>
        </p:txBody>
      </p:sp>
    </p:spTree>
    <p:extLst>
      <p:ext uri="{BB962C8B-B14F-4D97-AF65-F5344CB8AC3E}">
        <p14:creationId xmlns:p14="http://schemas.microsoft.com/office/powerpoint/2010/main" val="3368032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B5F438C9-2A1A-47DD-A515-E5F114D9ADE5}" type="slidenum">
              <a:rPr lang="id-ID" smtClean="0"/>
              <a:t>3</a:t>
            </a:fld>
            <a:endParaRPr lang="id-ID"/>
          </a:p>
        </p:txBody>
      </p:sp>
    </p:spTree>
    <p:extLst>
      <p:ext uri="{BB962C8B-B14F-4D97-AF65-F5344CB8AC3E}">
        <p14:creationId xmlns:p14="http://schemas.microsoft.com/office/powerpoint/2010/main" val="151743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3114-500B-EFA9-35FF-CA097AF719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a:extLst>
              <a:ext uri="{FF2B5EF4-FFF2-40B4-BE49-F238E27FC236}">
                <a16:creationId xmlns:a16="http://schemas.microsoft.com/office/drawing/2014/main" id="{2ABE4920-1727-EFA9-5FA7-750CAE4304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17BE2BA1-DBE7-135B-0B8C-F05EF7E7ED60}"/>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5" name="Footer Placeholder 4">
            <a:extLst>
              <a:ext uri="{FF2B5EF4-FFF2-40B4-BE49-F238E27FC236}">
                <a16:creationId xmlns:a16="http://schemas.microsoft.com/office/drawing/2014/main" id="{2F218ACE-807E-C993-9314-E2BA5ACB1B25}"/>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DD5A7A63-F95B-FCC9-94B4-408378C8C5AA}"/>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2432699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9E9DB-5A0F-374D-3363-9297EA1E2752}"/>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719383D0-0A02-DC39-CCE9-C7456A54B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B12B0321-8FB8-BAA4-4B67-1C03BE76AE24}"/>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5" name="Footer Placeholder 4">
            <a:extLst>
              <a:ext uri="{FF2B5EF4-FFF2-40B4-BE49-F238E27FC236}">
                <a16:creationId xmlns:a16="http://schemas.microsoft.com/office/drawing/2014/main" id="{4790AC16-AFAB-151A-CB3C-CAB57EB5F870}"/>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6A2BDEC1-DA3F-E205-2513-55A6642A0757}"/>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977785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721E-D4E5-02FF-26AB-2A6986140F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A9445B83-8CAF-E82B-9D29-310C213BFF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E17FC7-13B5-A6C1-AE6D-EB191312BFDC}"/>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5" name="Footer Placeholder 4">
            <a:extLst>
              <a:ext uri="{FF2B5EF4-FFF2-40B4-BE49-F238E27FC236}">
                <a16:creationId xmlns:a16="http://schemas.microsoft.com/office/drawing/2014/main" id="{E9509291-9210-2A27-1CDC-B3B3B741967F}"/>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9A6685B9-F495-349C-A81C-FC966F9AC4C8}"/>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2131233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64F37-CF7C-EB05-9BE4-2A48E2C97F47}"/>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A73DC939-2DB3-73A2-1940-BD928BBFC9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E030DC67-5BC3-D132-AF4B-E2B7048231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248C438C-5B69-E76F-EB61-2777B0491D8D}"/>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6" name="Footer Placeholder 5">
            <a:extLst>
              <a:ext uri="{FF2B5EF4-FFF2-40B4-BE49-F238E27FC236}">
                <a16:creationId xmlns:a16="http://schemas.microsoft.com/office/drawing/2014/main" id="{C029A7CE-3BC8-B876-4D7F-392067907F87}"/>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FDE52024-7F9C-AC92-3081-DDDDD7D0D0C4}"/>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3807646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58C05-26F7-A211-D603-FE713C7ECB5D}"/>
              </a:ext>
            </a:extLst>
          </p:cNvPr>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BB775005-3BFC-D841-1EF1-018FC39871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419611-2410-EE3B-D550-CCFCD30FA3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331BDA36-6672-DA95-C1CE-9069FC5FB3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37CE7D-A487-EB2E-8EC9-5946106F65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C7F02374-21EC-690A-5EA4-BE3402654950}"/>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8" name="Footer Placeholder 7">
            <a:extLst>
              <a:ext uri="{FF2B5EF4-FFF2-40B4-BE49-F238E27FC236}">
                <a16:creationId xmlns:a16="http://schemas.microsoft.com/office/drawing/2014/main" id="{626C73AB-8038-89E3-BD5E-B16FF71C6DA8}"/>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36CA4B79-C25E-C7CD-A702-86741688FDC4}"/>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3157388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BBBF6-3703-11CC-6943-738C212335DB}"/>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A80A82C2-5A6A-A65F-AEB2-710C3E363C56}"/>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4" name="Footer Placeholder 3">
            <a:extLst>
              <a:ext uri="{FF2B5EF4-FFF2-40B4-BE49-F238E27FC236}">
                <a16:creationId xmlns:a16="http://schemas.microsoft.com/office/drawing/2014/main" id="{B814189D-6C6A-C605-C8E6-8923E7B44013}"/>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8F66AB96-1E52-83D4-A591-3537062844CA}"/>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4239455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8A686-DB58-3F4A-2811-E3068E82470D}"/>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3" name="Footer Placeholder 2">
            <a:extLst>
              <a:ext uri="{FF2B5EF4-FFF2-40B4-BE49-F238E27FC236}">
                <a16:creationId xmlns:a16="http://schemas.microsoft.com/office/drawing/2014/main" id="{A773C659-EE8B-803E-C623-5C9C28733158}"/>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60258C8A-EB34-9BE9-DF5A-5F15547D9CCC}"/>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286657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0DCFC-A096-98F0-C91B-D6F31D1F53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36288D5F-945B-C701-DEE1-12AF8119A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910CED71-4E6B-7D8A-E707-4BFC620D25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90D901-F63B-B1AF-5B5E-0500D2D4E62C}"/>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6" name="Footer Placeholder 5">
            <a:extLst>
              <a:ext uri="{FF2B5EF4-FFF2-40B4-BE49-F238E27FC236}">
                <a16:creationId xmlns:a16="http://schemas.microsoft.com/office/drawing/2014/main" id="{3DA832F9-082F-4F76-C736-9E79EBA5D909}"/>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B9D094EC-502B-9B1F-2DC6-21588179799B}"/>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59821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6EEF5-0A84-077C-F3C7-E4CDC3D71B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45934C22-CDBF-6D2D-054F-8B28B7E6BA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a:extLst>
              <a:ext uri="{FF2B5EF4-FFF2-40B4-BE49-F238E27FC236}">
                <a16:creationId xmlns:a16="http://schemas.microsoft.com/office/drawing/2014/main" id="{57BAFB12-2DD7-C903-9FB6-C179A3C8FA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F8CF18-016E-1216-E25D-D44D39A9988C}"/>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6" name="Footer Placeholder 5">
            <a:extLst>
              <a:ext uri="{FF2B5EF4-FFF2-40B4-BE49-F238E27FC236}">
                <a16:creationId xmlns:a16="http://schemas.microsoft.com/office/drawing/2014/main" id="{845AB189-08DC-888E-4C60-8DE90C5863CE}"/>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F96AB5E5-C415-4E08-B7CD-29EDFCA963E9}"/>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764280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33FA2-AE7E-9500-9B00-C990283CF181}"/>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BB818B24-BFA4-141A-FD51-60AB66BCBE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1A5F5EC4-311B-1D8E-D1D4-7A9245B5F9AA}"/>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5" name="Footer Placeholder 4">
            <a:extLst>
              <a:ext uri="{FF2B5EF4-FFF2-40B4-BE49-F238E27FC236}">
                <a16:creationId xmlns:a16="http://schemas.microsoft.com/office/drawing/2014/main" id="{767BE532-1F58-206C-0F8B-25DCBFF18A4D}"/>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92EEAB55-B6F5-A9A1-EF1D-CAB3F7248324}"/>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3929308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92784-1E50-8330-430F-A12EA5008D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4C99E88A-F311-E3DF-49BB-F41B27B090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F17C099F-C72D-3713-95A2-4F74996B33A6}"/>
              </a:ext>
            </a:extLst>
          </p:cNvPr>
          <p:cNvSpPr>
            <a:spLocks noGrp="1"/>
          </p:cNvSpPr>
          <p:nvPr>
            <p:ph type="dt" sz="half" idx="10"/>
          </p:nvPr>
        </p:nvSpPr>
        <p:spPr/>
        <p:txBody>
          <a:bodyPr/>
          <a:lstStyle/>
          <a:p>
            <a:fld id="{80C31418-05F9-4FD2-94A3-FE778DF7392A}" type="datetimeFigureOut">
              <a:rPr lang="id-ID" smtClean="0"/>
              <a:t>18/12/2024</a:t>
            </a:fld>
            <a:endParaRPr lang="id-ID"/>
          </a:p>
        </p:txBody>
      </p:sp>
      <p:sp>
        <p:nvSpPr>
          <p:cNvPr id="5" name="Footer Placeholder 4">
            <a:extLst>
              <a:ext uri="{FF2B5EF4-FFF2-40B4-BE49-F238E27FC236}">
                <a16:creationId xmlns:a16="http://schemas.microsoft.com/office/drawing/2014/main" id="{CC111B08-3A48-A726-CD3E-1E5432AC6103}"/>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A8C09324-98DF-AA6D-BF75-D0511A3DED8E}"/>
              </a:ext>
            </a:extLst>
          </p:cNvPr>
          <p:cNvSpPr>
            <a:spLocks noGrp="1"/>
          </p:cNvSpPr>
          <p:nvPr>
            <p:ph type="sldNum" sz="quarter" idx="12"/>
          </p:nvPr>
        </p:nvSpPr>
        <p:spPr/>
        <p:txBody>
          <a:bodyPr/>
          <a:lstStyle/>
          <a:p>
            <a:fld id="{9A6E1DE6-5EBA-4AAB-AA46-FC444DC8937C}" type="slidenum">
              <a:rPr lang="id-ID" smtClean="0"/>
              <a:t>‹#›</a:t>
            </a:fld>
            <a:endParaRPr lang="id-ID"/>
          </a:p>
        </p:txBody>
      </p:sp>
    </p:spTree>
    <p:extLst>
      <p:ext uri="{BB962C8B-B14F-4D97-AF65-F5344CB8AC3E}">
        <p14:creationId xmlns:p14="http://schemas.microsoft.com/office/powerpoint/2010/main" val="332154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0C4CCE-55BB-4F2A-5C58-2B96BFA7F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3C339929-5A4F-7919-F83A-3BA78307FF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67CC1844-8F4B-9064-63E7-216B359193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C31418-05F9-4FD2-94A3-FE778DF7392A}" type="datetimeFigureOut">
              <a:rPr lang="id-ID" smtClean="0"/>
              <a:t>18/12/2024</a:t>
            </a:fld>
            <a:endParaRPr lang="id-ID"/>
          </a:p>
        </p:txBody>
      </p:sp>
      <p:sp>
        <p:nvSpPr>
          <p:cNvPr id="5" name="Footer Placeholder 4">
            <a:extLst>
              <a:ext uri="{FF2B5EF4-FFF2-40B4-BE49-F238E27FC236}">
                <a16:creationId xmlns:a16="http://schemas.microsoft.com/office/drawing/2014/main" id="{C8EAF6C9-8CB3-9737-0A96-3CEB42C3D6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a:extLst>
              <a:ext uri="{FF2B5EF4-FFF2-40B4-BE49-F238E27FC236}">
                <a16:creationId xmlns:a16="http://schemas.microsoft.com/office/drawing/2014/main" id="{797BE04D-34ED-BE2E-F9BF-68A44DFD39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6E1DE6-5EBA-4AAB-AA46-FC444DC8937C}" type="slidenum">
              <a:rPr lang="id-ID" smtClean="0"/>
              <a:t>‹#›</a:t>
            </a:fld>
            <a:endParaRPr lang="id-ID"/>
          </a:p>
        </p:txBody>
      </p:sp>
    </p:spTree>
    <p:extLst>
      <p:ext uri="{BB962C8B-B14F-4D97-AF65-F5344CB8AC3E}">
        <p14:creationId xmlns:p14="http://schemas.microsoft.com/office/powerpoint/2010/main" val="1155846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13.jp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7" Type="http://schemas.openxmlformats.org/officeDocument/2006/relationships/image" Target="../media/image23.jpg"/><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2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F728-765C-37DD-7ADD-7478F691963D}"/>
              </a:ext>
            </a:extLst>
          </p:cNvPr>
          <p:cNvSpPr>
            <a:spLocks noGrp="1"/>
          </p:cNvSpPr>
          <p:nvPr>
            <p:ph type="ctrTitle"/>
          </p:nvPr>
        </p:nvSpPr>
        <p:spPr>
          <a:xfrm>
            <a:off x="3486480" y="1843833"/>
            <a:ext cx="9144000" cy="2387600"/>
          </a:xfrm>
        </p:spPr>
        <p:txBody>
          <a:bodyPr>
            <a:normAutofit fontScale="90000"/>
          </a:bodyPr>
          <a:lstStyle/>
          <a:p>
            <a:r>
              <a:rPr lang="id-ID" dirty="0">
                <a:solidFill>
                  <a:srgbClr val="FFFFFF"/>
                </a:solidFill>
                <a:latin typeface="Boleh" pitchFamily="50" charset="0"/>
              </a:rPr>
              <a:t>Membuat</a:t>
            </a:r>
            <a:br>
              <a:rPr lang="id-ID" dirty="0">
                <a:solidFill>
                  <a:srgbClr val="FFFFFF"/>
                </a:solidFill>
                <a:latin typeface="Boleh" pitchFamily="50" charset="0"/>
              </a:rPr>
            </a:br>
            <a:r>
              <a:rPr lang="id-ID" sz="8000" dirty="0">
                <a:solidFill>
                  <a:srgbClr val="FFFFFF"/>
                </a:solidFill>
                <a:latin typeface="Boleh" pitchFamily="50" charset="0"/>
              </a:rPr>
              <a:t>Storyboard</a:t>
            </a:r>
            <a:br>
              <a:rPr lang="id-ID" sz="8000" dirty="0">
                <a:solidFill>
                  <a:srgbClr val="FFFFFF"/>
                </a:solidFill>
                <a:latin typeface="Boleh" pitchFamily="50" charset="0"/>
              </a:rPr>
            </a:br>
            <a:r>
              <a:rPr lang="id-ID" dirty="0">
                <a:solidFill>
                  <a:srgbClr val="FFFFFF"/>
                </a:solidFill>
                <a:latin typeface="Boleh" pitchFamily="50" charset="0"/>
              </a:rPr>
              <a:t>yang Dinamis</a:t>
            </a:r>
          </a:p>
        </p:txBody>
      </p:sp>
      <p:sp>
        <p:nvSpPr>
          <p:cNvPr id="11" name="Rectangle 10">
            <a:extLst>
              <a:ext uri="{FF2B5EF4-FFF2-40B4-BE49-F238E27FC236}">
                <a16:creationId xmlns:a16="http://schemas.microsoft.com/office/drawing/2014/main" id="{380E5C27-87D6-09B0-6D53-2795DFE2420A}"/>
              </a:ext>
            </a:extLst>
          </p:cNvPr>
          <p:cNvSpPr/>
          <p:nvPr/>
        </p:nvSpPr>
        <p:spPr>
          <a:xfrm>
            <a:off x="6003634" y="2551837"/>
            <a:ext cx="184731"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endParaRPr lang="id-ID" sz="5400" b="1" cap="none" spc="0" dirty="0">
              <a:ln/>
              <a:solidFill>
                <a:schemeClr val="accent3"/>
              </a:solidFill>
              <a:effectLst/>
            </a:endParaRPr>
          </a:p>
        </p:txBody>
      </p:sp>
      <p:pic>
        <p:nvPicPr>
          <p:cNvPr id="15" name="Picture 14">
            <a:extLst>
              <a:ext uri="{FF2B5EF4-FFF2-40B4-BE49-F238E27FC236}">
                <a16:creationId xmlns:a16="http://schemas.microsoft.com/office/drawing/2014/main" id="{15F47E82-D56C-C31A-2AC5-138B72DC83C6}"/>
              </a:ext>
            </a:extLst>
          </p:cNvPr>
          <p:cNvPicPr>
            <a:picLocks noChangeAspect="1"/>
          </p:cNvPicPr>
          <p:nvPr/>
        </p:nvPicPr>
        <p:blipFill>
          <a:blip r:embed="rId2">
            <a:extLst>
              <a:ext uri="{28A0092B-C50C-407E-A947-70E740481C1C}">
                <a14:useLocalDpi xmlns:a14="http://schemas.microsoft.com/office/drawing/2010/main" val="0"/>
              </a:ext>
            </a:extLst>
          </a:blip>
          <a:srcRect l="50000" t="5397" r="-1" b="7500"/>
          <a:stretch/>
        </p:blipFill>
        <p:spPr>
          <a:xfrm flipH="1">
            <a:off x="283230" y="1021290"/>
            <a:ext cx="4914143" cy="4815419"/>
          </a:xfrm>
          <a:prstGeom prst="rect">
            <a:avLst/>
          </a:prstGeom>
        </p:spPr>
      </p:pic>
      <p:sp>
        <p:nvSpPr>
          <p:cNvPr id="20" name="Rectangle: Rounded Corners 19">
            <a:extLst>
              <a:ext uri="{FF2B5EF4-FFF2-40B4-BE49-F238E27FC236}">
                <a16:creationId xmlns:a16="http://schemas.microsoft.com/office/drawing/2014/main" id="{587EAF28-3BBA-8EB0-2A73-CA0FF188BF07}"/>
              </a:ext>
            </a:extLst>
          </p:cNvPr>
          <p:cNvSpPr/>
          <p:nvPr/>
        </p:nvSpPr>
        <p:spPr>
          <a:xfrm>
            <a:off x="5601408" y="4323508"/>
            <a:ext cx="4914143" cy="399844"/>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24" name="Subtitle 2">
            <a:extLst>
              <a:ext uri="{FF2B5EF4-FFF2-40B4-BE49-F238E27FC236}">
                <a16:creationId xmlns:a16="http://schemas.microsoft.com/office/drawing/2014/main" id="{FCD4BF54-7394-521E-889C-EDCED53CD4F8}"/>
              </a:ext>
            </a:extLst>
          </p:cNvPr>
          <p:cNvSpPr txBox="1">
            <a:spLocks/>
          </p:cNvSpPr>
          <p:nvPr/>
        </p:nvSpPr>
        <p:spPr>
          <a:xfrm>
            <a:off x="3486480" y="4323508"/>
            <a:ext cx="9144000" cy="103092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d-ID" b="1" dirty="0">
                <a:solidFill>
                  <a:srgbClr val="0E4028"/>
                </a:solidFill>
                <a:latin typeface="Vertiky" pitchFamily="2" charset="0"/>
              </a:rPr>
              <a:t>Kelas Intensif Ilustrasi Cerita Anak</a:t>
            </a:r>
          </a:p>
          <a:p>
            <a:r>
              <a:rPr lang="id-ID" dirty="0">
                <a:solidFill>
                  <a:srgbClr val="FFFFFF"/>
                </a:solidFill>
                <a:latin typeface="Vertiky" pitchFamily="2" charset="0"/>
              </a:rPr>
              <a:t>@irsalinadwp x @milkhatf x sebingkisah </a:t>
            </a:r>
          </a:p>
        </p:txBody>
      </p:sp>
    </p:spTree>
    <p:extLst>
      <p:ext uri="{BB962C8B-B14F-4D97-AF65-F5344CB8AC3E}">
        <p14:creationId xmlns:p14="http://schemas.microsoft.com/office/powerpoint/2010/main" val="1461257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B6A9C-C391-F6A0-6F21-10043D000FF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D1A931E-4468-2EE3-A37D-1C39862C22DC}"/>
              </a:ext>
            </a:extLst>
          </p:cNvPr>
          <p:cNvSpPr>
            <a:spLocks noGrp="1"/>
          </p:cNvSpPr>
          <p:nvPr>
            <p:ph type="subTitle" idx="1"/>
          </p:nvPr>
        </p:nvSpPr>
        <p:spPr>
          <a:xfrm>
            <a:off x="4558761" y="2664310"/>
            <a:ext cx="6000751" cy="2739690"/>
          </a:xfrm>
        </p:spPr>
        <p:txBody>
          <a:bodyPr>
            <a:normAutofit/>
          </a:bodyPr>
          <a:lstStyle/>
          <a:p>
            <a:pPr marL="457200" indent="-457200" algn="l">
              <a:buFont typeface="Arial" panose="020B0604020202020204" pitchFamily="34" charset="0"/>
              <a:buChar char="•"/>
            </a:pPr>
            <a:r>
              <a:rPr lang="id-ID" dirty="0">
                <a:solidFill>
                  <a:schemeClr val="bg1"/>
                </a:solidFill>
                <a:latin typeface="Vertiky" pitchFamily="2" charset="0"/>
              </a:rPr>
              <a:t>Irsalina Dwi Puspitasari (@irsalinadwp)</a:t>
            </a:r>
          </a:p>
          <a:p>
            <a:pPr marL="457200" indent="-457200" algn="l">
              <a:buFont typeface="Arial" panose="020B0604020202020204" pitchFamily="34" charset="0"/>
              <a:buChar char="•"/>
            </a:pPr>
            <a:r>
              <a:rPr lang="id-ID" dirty="0">
                <a:solidFill>
                  <a:schemeClr val="bg1"/>
                </a:solidFill>
                <a:latin typeface="Vertiky" pitchFamily="2" charset="0"/>
              </a:rPr>
              <a:t>Domisili : Bondowoso &amp; Jember</a:t>
            </a:r>
          </a:p>
          <a:p>
            <a:pPr marL="457200" indent="-457200" algn="l">
              <a:buFont typeface="Arial" panose="020B0604020202020204" pitchFamily="34" charset="0"/>
              <a:buChar char="•"/>
            </a:pPr>
            <a:r>
              <a:rPr lang="id-ID" dirty="0">
                <a:solidFill>
                  <a:schemeClr val="bg1"/>
                </a:solidFill>
                <a:latin typeface="Vertiky" pitchFamily="2" charset="0"/>
              </a:rPr>
              <a:t>Lulusan pendidikan matematika</a:t>
            </a:r>
          </a:p>
          <a:p>
            <a:pPr marL="457200" indent="-457200" algn="l">
              <a:buFont typeface="Arial" panose="020B0604020202020204" pitchFamily="34" charset="0"/>
              <a:buChar char="•"/>
            </a:pPr>
            <a:r>
              <a:rPr lang="id-ID" dirty="0">
                <a:solidFill>
                  <a:schemeClr val="bg1"/>
                </a:solidFill>
                <a:latin typeface="Vertiky" pitchFamily="2" charset="0"/>
              </a:rPr>
              <a:t>Belajar ilustrasi digital sejak tahun 2020</a:t>
            </a:r>
          </a:p>
          <a:p>
            <a:pPr marL="457200" indent="-457200" algn="l">
              <a:buFont typeface="Arial" panose="020B0604020202020204" pitchFamily="34" charset="0"/>
              <a:buChar char="•"/>
            </a:pPr>
            <a:r>
              <a:rPr lang="id-ID" dirty="0">
                <a:solidFill>
                  <a:schemeClr val="bg1"/>
                </a:solidFill>
                <a:latin typeface="Vertiky" pitchFamily="2" charset="0"/>
              </a:rPr>
              <a:t>Freelance illustrator dan </a:t>
            </a:r>
            <a:br>
              <a:rPr lang="id-ID" dirty="0">
                <a:solidFill>
                  <a:schemeClr val="bg1"/>
                </a:solidFill>
                <a:latin typeface="Vertiky" pitchFamily="2" charset="0"/>
              </a:rPr>
            </a:br>
            <a:r>
              <a:rPr lang="id-ID" dirty="0">
                <a:solidFill>
                  <a:schemeClr val="bg1"/>
                </a:solidFill>
                <a:latin typeface="Vertiky" pitchFamily="2" charset="0"/>
              </a:rPr>
              <a:t>part of Sebingkisah</a:t>
            </a:r>
          </a:p>
        </p:txBody>
      </p:sp>
      <p:pic>
        <p:nvPicPr>
          <p:cNvPr id="10" name="Picture 9">
            <a:extLst>
              <a:ext uri="{FF2B5EF4-FFF2-40B4-BE49-F238E27FC236}">
                <a16:creationId xmlns:a16="http://schemas.microsoft.com/office/drawing/2014/main" id="{1CD423FA-93DB-BF86-973C-810BB2A6E2C6}"/>
              </a:ext>
            </a:extLst>
          </p:cNvPr>
          <p:cNvPicPr>
            <a:picLocks noChangeAspect="1"/>
          </p:cNvPicPr>
          <p:nvPr/>
        </p:nvPicPr>
        <p:blipFill>
          <a:blip r:embed="rId3">
            <a:extLst>
              <a:ext uri="{28A0092B-C50C-407E-A947-70E740481C1C}">
                <a14:useLocalDpi xmlns:a14="http://schemas.microsoft.com/office/drawing/2010/main" val="0"/>
              </a:ext>
            </a:extLst>
          </a:blip>
          <a:srcRect t="7382" r="61027" b="7856"/>
          <a:stretch/>
        </p:blipFill>
        <p:spPr>
          <a:xfrm>
            <a:off x="294281" y="763161"/>
            <a:ext cx="4376056" cy="5353525"/>
          </a:xfrm>
          <a:prstGeom prst="rect">
            <a:avLst/>
          </a:prstGeom>
        </p:spPr>
      </p:pic>
      <p:sp>
        <p:nvSpPr>
          <p:cNvPr id="11" name="Title 1">
            <a:extLst>
              <a:ext uri="{FF2B5EF4-FFF2-40B4-BE49-F238E27FC236}">
                <a16:creationId xmlns:a16="http://schemas.microsoft.com/office/drawing/2014/main" id="{F7BABF8C-F5F3-7A9A-B127-6B7F889334AD}"/>
              </a:ext>
            </a:extLst>
          </p:cNvPr>
          <p:cNvSpPr>
            <a:spLocks noGrp="1"/>
          </p:cNvSpPr>
          <p:nvPr>
            <p:ph type="ctrTitle"/>
          </p:nvPr>
        </p:nvSpPr>
        <p:spPr>
          <a:xfrm>
            <a:off x="4082517" y="1422254"/>
            <a:ext cx="6476995" cy="1138348"/>
          </a:xfrm>
        </p:spPr>
        <p:txBody>
          <a:bodyPr/>
          <a:lstStyle/>
          <a:p>
            <a:r>
              <a:rPr lang="id-ID" dirty="0">
                <a:solidFill>
                  <a:srgbClr val="FFFF66"/>
                </a:solidFill>
                <a:latin typeface="Boleh" pitchFamily="50" charset="0"/>
              </a:rPr>
              <a:t>Hallo semuaa!!! </a:t>
            </a:r>
          </a:p>
        </p:txBody>
      </p:sp>
      <p:pic>
        <p:nvPicPr>
          <p:cNvPr id="16" name="Picture 15">
            <a:extLst>
              <a:ext uri="{FF2B5EF4-FFF2-40B4-BE49-F238E27FC236}">
                <a16:creationId xmlns:a16="http://schemas.microsoft.com/office/drawing/2014/main" id="{0B3039FF-5E0A-E309-A6B0-8A76101A9FB0}"/>
              </a:ext>
            </a:extLst>
          </p:cNvPr>
          <p:cNvPicPr>
            <a:picLocks noChangeAspect="1"/>
          </p:cNvPicPr>
          <p:nvPr/>
        </p:nvPicPr>
        <p:blipFill>
          <a:blip r:embed="rId4">
            <a:extLst>
              <a:ext uri="{28A0092B-C50C-407E-A947-70E740481C1C}">
                <a14:useLocalDpi xmlns:a14="http://schemas.microsoft.com/office/drawing/2010/main" val="0"/>
              </a:ext>
            </a:extLst>
          </a:blip>
          <a:srcRect l="30254" t="37062" r="46255" b="37924"/>
          <a:stretch/>
        </p:blipFill>
        <p:spPr>
          <a:xfrm rot="20420824">
            <a:off x="362211" y="1757166"/>
            <a:ext cx="1436396" cy="860373"/>
          </a:xfrm>
          <a:prstGeom prst="rect">
            <a:avLst/>
          </a:prstGeom>
        </p:spPr>
      </p:pic>
      <p:pic>
        <p:nvPicPr>
          <p:cNvPr id="17" name="Picture 16">
            <a:extLst>
              <a:ext uri="{FF2B5EF4-FFF2-40B4-BE49-F238E27FC236}">
                <a16:creationId xmlns:a16="http://schemas.microsoft.com/office/drawing/2014/main" id="{E3E79469-CDBD-D171-CE4F-58942B2F73E1}"/>
              </a:ext>
            </a:extLst>
          </p:cNvPr>
          <p:cNvPicPr>
            <a:picLocks noChangeAspect="1"/>
          </p:cNvPicPr>
          <p:nvPr/>
        </p:nvPicPr>
        <p:blipFill>
          <a:blip r:embed="rId4">
            <a:extLst>
              <a:ext uri="{28A0092B-C50C-407E-A947-70E740481C1C}">
                <a14:useLocalDpi xmlns:a14="http://schemas.microsoft.com/office/drawing/2010/main" val="0"/>
              </a:ext>
            </a:extLst>
          </a:blip>
          <a:srcRect l="60466" t="51783" r="28305" b="19548"/>
          <a:stretch/>
        </p:blipFill>
        <p:spPr>
          <a:xfrm>
            <a:off x="3766088" y="2438809"/>
            <a:ext cx="792673" cy="1138348"/>
          </a:xfrm>
          <a:prstGeom prst="rect">
            <a:avLst/>
          </a:prstGeom>
        </p:spPr>
      </p:pic>
      <p:pic>
        <p:nvPicPr>
          <p:cNvPr id="20" name="Picture 19">
            <a:extLst>
              <a:ext uri="{FF2B5EF4-FFF2-40B4-BE49-F238E27FC236}">
                <a16:creationId xmlns:a16="http://schemas.microsoft.com/office/drawing/2014/main" id="{22AB73F7-A294-E3B1-CBB8-174E8995B4D3}"/>
              </a:ext>
            </a:extLst>
          </p:cNvPr>
          <p:cNvPicPr>
            <a:picLocks noChangeAspect="1"/>
          </p:cNvPicPr>
          <p:nvPr/>
        </p:nvPicPr>
        <p:blipFill>
          <a:blip r:embed="rId4">
            <a:extLst>
              <a:ext uri="{28A0092B-C50C-407E-A947-70E740481C1C}">
                <a14:useLocalDpi xmlns:a14="http://schemas.microsoft.com/office/drawing/2010/main" val="0"/>
              </a:ext>
            </a:extLst>
          </a:blip>
          <a:srcRect l="71949" t="15659" r="13199" b="49289"/>
          <a:stretch/>
        </p:blipFill>
        <p:spPr>
          <a:xfrm rot="20345899">
            <a:off x="10165684" y="4120515"/>
            <a:ext cx="707160" cy="938835"/>
          </a:xfrm>
          <a:prstGeom prst="rect">
            <a:avLst/>
          </a:prstGeom>
        </p:spPr>
      </p:pic>
      <p:pic>
        <p:nvPicPr>
          <p:cNvPr id="21" name="Picture 20">
            <a:extLst>
              <a:ext uri="{FF2B5EF4-FFF2-40B4-BE49-F238E27FC236}">
                <a16:creationId xmlns:a16="http://schemas.microsoft.com/office/drawing/2014/main" id="{9AB6FD42-1436-40E1-E6D8-EC5AA21C2603}"/>
              </a:ext>
            </a:extLst>
          </p:cNvPr>
          <p:cNvPicPr>
            <a:picLocks noChangeAspect="1"/>
          </p:cNvPicPr>
          <p:nvPr/>
        </p:nvPicPr>
        <p:blipFill>
          <a:blip r:embed="rId4">
            <a:extLst>
              <a:ext uri="{28A0092B-C50C-407E-A947-70E740481C1C}">
                <a14:useLocalDpi xmlns:a14="http://schemas.microsoft.com/office/drawing/2010/main" val="0"/>
              </a:ext>
            </a:extLst>
          </a:blip>
          <a:srcRect l="71949" t="49072" b="21938"/>
          <a:stretch/>
        </p:blipFill>
        <p:spPr>
          <a:xfrm rot="688589">
            <a:off x="8312116" y="4491419"/>
            <a:ext cx="1825896" cy="1061430"/>
          </a:xfrm>
          <a:prstGeom prst="rect">
            <a:avLst/>
          </a:prstGeom>
        </p:spPr>
      </p:pic>
      <p:pic>
        <p:nvPicPr>
          <p:cNvPr id="23" name="Picture 22">
            <a:extLst>
              <a:ext uri="{FF2B5EF4-FFF2-40B4-BE49-F238E27FC236}">
                <a16:creationId xmlns:a16="http://schemas.microsoft.com/office/drawing/2014/main" id="{0B43CDAA-CBC8-4601-503A-E85940848C25}"/>
              </a:ext>
            </a:extLst>
          </p:cNvPr>
          <p:cNvPicPr>
            <a:picLocks noChangeAspect="1"/>
          </p:cNvPicPr>
          <p:nvPr/>
        </p:nvPicPr>
        <p:blipFill>
          <a:blip r:embed="rId4">
            <a:extLst>
              <a:ext uri="{28A0092B-C50C-407E-A947-70E740481C1C}">
                <a14:useLocalDpi xmlns:a14="http://schemas.microsoft.com/office/drawing/2010/main" val="0"/>
              </a:ext>
            </a:extLst>
          </a:blip>
          <a:srcRect l="45763" t="9040" r="31864" b="64438"/>
          <a:stretch/>
        </p:blipFill>
        <p:spPr>
          <a:xfrm rot="872325">
            <a:off x="9047200" y="3285940"/>
            <a:ext cx="1103464" cy="735808"/>
          </a:xfrm>
          <a:prstGeom prst="rect">
            <a:avLst/>
          </a:prstGeom>
        </p:spPr>
      </p:pic>
      <p:pic>
        <p:nvPicPr>
          <p:cNvPr id="24" name="Picture 23">
            <a:extLst>
              <a:ext uri="{FF2B5EF4-FFF2-40B4-BE49-F238E27FC236}">
                <a16:creationId xmlns:a16="http://schemas.microsoft.com/office/drawing/2014/main" id="{C1033EDA-CE06-F965-75FD-1AB0DFAA30F4}"/>
              </a:ext>
            </a:extLst>
          </p:cNvPr>
          <p:cNvPicPr>
            <a:picLocks noChangeAspect="1"/>
          </p:cNvPicPr>
          <p:nvPr/>
        </p:nvPicPr>
        <p:blipFill>
          <a:blip r:embed="rId4">
            <a:extLst>
              <a:ext uri="{28A0092B-C50C-407E-A947-70E740481C1C}">
                <a14:useLocalDpi xmlns:a14="http://schemas.microsoft.com/office/drawing/2010/main" val="0"/>
              </a:ext>
            </a:extLst>
          </a:blip>
          <a:srcRect l="7433" t="23721" r="70194" b="47068"/>
          <a:stretch/>
        </p:blipFill>
        <p:spPr>
          <a:xfrm rot="334534">
            <a:off x="10191621" y="2660404"/>
            <a:ext cx="1069943" cy="785776"/>
          </a:xfrm>
          <a:prstGeom prst="rect">
            <a:avLst/>
          </a:prstGeom>
        </p:spPr>
      </p:pic>
    </p:spTree>
    <p:extLst>
      <p:ext uri="{BB962C8B-B14F-4D97-AF65-F5344CB8AC3E}">
        <p14:creationId xmlns:p14="http://schemas.microsoft.com/office/powerpoint/2010/main" val="44261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D6D3-11FE-3E8F-9982-F056A4165036}"/>
              </a:ext>
            </a:extLst>
          </p:cNvPr>
          <p:cNvSpPr>
            <a:spLocks noGrp="1"/>
          </p:cNvSpPr>
          <p:nvPr>
            <p:ph type="title"/>
          </p:nvPr>
        </p:nvSpPr>
        <p:spPr>
          <a:xfrm>
            <a:off x="2919493" y="1295024"/>
            <a:ext cx="6353014" cy="1325563"/>
          </a:xfrm>
        </p:spPr>
        <p:txBody>
          <a:bodyPr/>
          <a:lstStyle/>
          <a:p>
            <a:pPr algn="ctr"/>
            <a:r>
              <a:rPr lang="id-ID" dirty="0">
                <a:solidFill>
                  <a:srgbClr val="FFFF66"/>
                </a:solidFill>
                <a:latin typeface="Boleh" pitchFamily="50" charset="0"/>
              </a:rPr>
              <a:t>Step-step</a:t>
            </a:r>
            <a:br>
              <a:rPr lang="id-ID" dirty="0">
                <a:solidFill>
                  <a:srgbClr val="FFFF66"/>
                </a:solidFill>
                <a:latin typeface="Boleh" pitchFamily="50" charset="0"/>
              </a:rPr>
            </a:br>
            <a:r>
              <a:rPr lang="id-ID" sz="3200" dirty="0">
                <a:solidFill>
                  <a:srgbClr val="FFFF66"/>
                </a:solidFill>
                <a:latin typeface="Boleh" pitchFamily="50" charset="0"/>
              </a:rPr>
              <a:t>membuat buku cerita anak</a:t>
            </a:r>
            <a:endParaRPr lang="id-ID" dirty="0">
              <a:solidFill>
                <a:srgbClr val="FFFF66"/>
              </a:solidFill>
              <a:latin typeface="Boleh" pitchFamily="50" charset="0"/>
            </a:endParaRPr>
          </a:p>
        </p:txBody>
      </p:sp>
      <p:sp>
        <p:nvSpPr>
          <p:cNvPr id="4" name="Rectangle: Rounded Corners 3">
            <a:extLst>
              <a:ext uri="{FF2B5EF4-FFF2-40B4-BE49-F238E27FC236}">
                <a16:creationId xmlns:a16="http://schemas.microsoft.com/office/drawing/2014/main" id="{D734F0D0-15E5-EE3B-1361-EB94E7B881BA}"/>
              </a:ext>
            </a:extLst>
          </p:cNvPr>
          <p:cNvSpPr/>
          <p:nvPr/>
        </p:nvSpPr>
        <p:spPr>
          <a:xfrm>
            <a:off x="3319543" y="2828914"/>
            <a:ext cx="5552914" cy="557939"/>
          </a:xfrm>
          <a:prstGeom prst="round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dirty="0">
                <a:latin typeface="Vertiky" pitchFamily="2" charset="0"/>
              </a:rPr>
              <a:t>Pengumpulan data dan referensi</a:t>
            </a:r>
          </a:p>
        </p:txBody>
      </p:sp>
      <p:sp>
        <p:nvSpPr>
          <p:cNvPr id="5" name="Rectangle: Rounded Corners 4">
            <a:extLst>
              <a:ext uri="{FF2B5EF4-FFF2-40B4-BE49-F238E27FC236}">
                <a16:creationId xmlns:a16="http://schemas.microsoft.com/office/drawing/2014/main" id="{75CADB88-271C-D264-52A9-BE421B6C61E2}"/>
              </a:ext>
            </a:extLst>
          </p:cNvPr>
          <p:cNvSpPr/>
          <p:nvPr/>
        </p:nvSpPr>
        <p:spPr>
          <a:xfrm>
            <a:off x="3319543" y="3595180"/>
            <a:ext cx="5552914" cy="557939"/>
          </a:xfrm>
          <a:prstGeom prst="round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dirty="0">
                <a:latin typeface="Vertiky" pitchFamily="2" charset="0"/>
              </a:rPr>
              <a:t>Desain karakter</a:t>
            </a:r>
          </a:p>
        </p:txBody>
      </p:sp>
      <p:sp>
        <p:nvSpPr>
          <p:cNvPr id="6" name="Rectangle: Rounded Corners 5">
            <a:extLst>
              <a:ext uri="{FF2B5EF4-FFF2-40B4-BE49-F238E27FC236}">
                <a16:creationId xmlns:a16="http://schemas.microsoft.com/office/drawing/2014/main" id="{FEAC9D21-384D-A027-D530-9CABDF2772DB}"/>
              </a:ext>
            </a:extLst>
          </p:cNvPr>
          <p:cNvSpPr/>
          <p:nvPr/>
        </p:nvSpPr>
        <p:spPr>
          <a:xfrm>
            <a:off x="3319543" y="4361446"/>
            <a:ext cx="5552914"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Storyboard</a:t>
            </a:r>
          </a:p>
        </p:txBody>
      </p:sp>
      <p:sp>
        <p:nvSpPr>
          <p:cNvPr id="7" name="Rectangle: Rounded Corners 6">
            <a:extLst>
              <a:ext uri="{FF2B5EF4-FFF2-40B4-BE49-F238E27FC236}">
                <a16:creationId xmlns:a16="http://schemas.microsoft.com/office/drawing/2014/main" id="{AB1F8EAC-C59D-EF0A-DA4E-B2DAADCF8C3B}"/>
              </a:ext>
            </a:extLst>
          </p:cNvPr>
          <p:cNvSpPr/>
          <p:nvPr/>
        </p:nvSpPr>
        <p:spPr>
          <a:xfrm>
            <a:off x="3319543" y="5127712"/>
            <a:ext cx="5552914" cy="557939"/>
          </a:xfrm>
          <a:prstGeom prst="round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dirty="0">
                <a:latin typeface="Vertiky" pitchFamily="2" charset="0"/>
              </a:rPr>
              <a:t>Pewarnaan</a:t>
            </a:r>
          </a:p>
        </p:txBody>
      </p:sp>
      <p:cxnSp>
        <p:nvCxnSpPr>
          <p:cNvPr id="14" name="Connector: Curved 13">
            <a:extLst>
              <a:ext uri="{FF2B5EF4-FFF2-40B4-BE49-F238E27FC236}">
                <a16:creationId xmlns:a16="http://schemas.microsoft.com/office/drawing/2014/main" id="{191D0E1F-E402-4895-4B64-F07C66D572B5}"/>
              </a:ext>
            </a:extLst>
          </p:cNvPr>
          <p:cNvCxnSpPr>
            <a:cxnSpLocks/>
          </p:cNvCxnSpPr>
          <p:nvPr/>
        </p:nvCxnSpPr>
        <p:spPr>
          <a:xfrm rot="10800000" flipV="1">
            <a:off x="3102566" y="2968401"/>
            <a:ext cx="12700" cy="766266"/>
          </a:xfrm>
          <a:prstGeom prst="curvedConnector3">
            <a:avLst>
              <a:gd name="adj1" fmla="val 1800000"/>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C5DDBBC0-9A4F-6D6B-CC07-C345FA856CF7}"/>
              </a:ext>
            </a:extLst>
          </p:cNvPr>
          <p:cNvCxnSpPr>
            <a:cxnSpLocks/>
          </p:cNvCxnSpPr>
          <p:nvPr/>
        </p:nvCxnSpPr>
        <p:spPr>
          <a:xfrm rot="10800000" flipV="1">
            <a:off x="3089865" y="3838831"/>
            <a:ext cx="12700" cy="766266"/>
          </a:xfrm>
          <a:prstGeom prst="curvedConnector3">
            <a:avLst>
              <a:gd name="adj1" fmla="val 1800000"/>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15A6FB2C-1D21-D703-0B40-D779DE14B2CF}"/>
              </a:ext>
            </a:extLst>
          </p:cNvPr>
          <p:cNvCxnSpPr>
            <a:cxnSpLocks/>
          </p:cNvCxnSpPr>
          <p:nvPr/>
        </p:nvCxnSpPr>
        <p:spPr>
          <a:xfrm rot="10800000" flipV="1">
            <a:off x="3077164" y="4694645"/>
            <a:ext cx="12700" cy="766266"/>
          </a:xfrm>
          <a:prstGeom prst="curvedConnector3">
            <a:avLst>
              <a:gd name="adj1" fmla="val 1800000"/>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09EAF790-3039-30E2-EF54-F32E1F055EAD}"/>
              </a:ext>
            </a:extLst>
          </p:cNvPr>
          <p:cNvSpPr txBox="1">
            <a:spLocks/>
          </p:cNvSpPr>
          <p:nvPr/>
        </p:nvSpPr>
        <p:spPr>
          <a:xfrm>
            <a:off x="9102136" y="3595180"/>
            <a:ext cx="1687592" cy="1224147"/>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d-ID" sz="9800" b="1" dirty="0">
                <a:solidFill>
                  <a:schemeClr val="bg1"/>
                </a:solidFill>
                <a:latin typeface="Vertiky" pitchFamily="2" charset="0"/>
              </a:rPr>
              <a:t>+ </a:t>
            </a:r>
          </a:p>
          <a:p>
            <a:pPr marL="0" indent="0" algn="ctr">
              <a:buNone/>
            </a:pPr>
            <a:r>
              <a:rPr lang="id-ID" sz="4800" b="1" dirty="0">
                <a:solidFill>
                  <a:schemeClr val="bg1"/>
                </a:solidFill>
                <a:latin typeface="Vertiky" pitchFamily="2" charset="0"/>
              </a:rPr>
              <a:t>Layout</a:t>
            </a:r>
          </a:p>
        </p:txBody>
      </p:sp>
    </p:spTree>
    <p:extLst>
      <p:ext uri="{BB962C8B-B14F-4D97-AF65-F5344CB8AC3E}">
        <p14:creationId xmlns:p14="http://schemas.microsoft.com/office/powerpoint/2010/main" val="49882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DBDC-E6BC-F365-83DF-D37B5DCE0DB1}"/>
              </a:ext>
            </a:extLst>
          </p:cNvPr>
          <p:cNvSpPr>
            <a:spLocks noGrp="1"/>
          </p:cNvSpPr>
          <p:nvPr>
            <p:ph type="title"/>
          </p:nvPr>
        </p:nvSpPr>
        <p:spPr>
          <a:xfrm>
            <a:off x="711467" y="555956"/>
            <a:ext cx="10522058" cy="1325563"/>
          </a:xfrm>
        </p:spPr>
        <p:txBody>
          <a:bodyPr/>
          <a:lstStyle/>
          <a:p>
            <a:pPr algn="ctr"/>
            <a:r>
              <a:rPr lang="id-ID" b="1" dirty="0">
                <a:solidFill>
                  <a:schemeClr val="bg1"/>
                </a:solidFill>
                <a:latin typeface="Boleh" pitchFamily="50" charset="0"/>
              </a:rPr>
              <a:t>1. Apa itu Storyboard?</a:t>
            </a:r>
          </a:p>
        </p:txBody>
      </p:sp>
      <p:grpSp>
        <p:nvGrpSpPr>
          <p:cNvPr id="3" name="Group 2">
            <a:extLst>
              <a:ext uri="{FF2B5EF4-FFF2-40B4-BE49-F238E27FC236}">
                <a16:creationId xmlns:a16="http://schemas.microsoft.com/office/drawing/2014/main" id="{04360D80-0773-D6BF-A1A2-6D1A4AF90331}"/>
              </a:ext>
            </a:extLst>
          </p:cNvPr>
          <p:cNvGrpSpPr/>
          <p:nvPr/>
        </p:nvGrpSpPr>
        <p:grpSpPr>
          <a:xfrm>
            <a:off x="4369066" y="1669758"/>
            <a:ext cx="7299703" cy="4823117"/>
            <a:chOff x="4369066" y="1669758"/>
            <a:chExt cx="7299703" cy="4823117"/>
          </a:xfrm>
        </p:grpSpPr>
        <p:pic>
          <p:nvPicPr>
            <p:cNvPr id="7" name="Picture 6">
              <a:extLst>
                <a:ext uri="{FF2B5EF4-FFF2-40B4-BE49-F238E27FC236}">
                  <a16:creationId xmlns:a16="http://schemas.microsoft.com/office/drawing/2014/main" id="{ED050289-43C1-46B2-08BC-F04D24097209}"/>
                </a:ext>
              </a:extLst>
            </p:cNvPr>
            <p:cNvPicPr>
              <a:picLocks noChangeAspect="1"/>
            </p:cNvPicPr>
            <p:nvPr/>
          </p:nvPicPr>
          <p:blipFill>
            <a:blip r:embed="rId2">
              <a:duotone>
                <a:prstClr val="black"/>
                <a:srgbClr val="FFFF66">
                  <a:tint val="45000"/>
                  <a:satMod val="400000"/>
                </a:srgbClr>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6875" t="9931" r="33263" b="5324"/>
            <a:stretch/>
          </p:blipFill>
          <p:spPr>
            <a:xfrm>
              <a:off x="4369066" y="1881521"/>
              <a:ext cx="7299703" cy="4611354"/>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66CD833C-058D-5083-5260-73ABEED724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7589" y="1669758"/>
              <a:ext cx="941790" cy="941790"/>
            </a:xfrm>
            <a:prstGeom prst="rect">
              <a:avLst/>
            </a:prstGeom>
            <a:ln>
              <a:noFill/>
            </a:ln>
            <a:effectLst>
              <a:outerShdw blurRad="292100" dist="139700" dir="2700000" algn="tl" rotWithShape="0">
                <a:srgbClr val="333333">
                  <a:alpha val="65000"/>
                </a:srgbClr>
              </a:outerShdw>
            </a:effectLst>
          </p:spPr>
        </p:pic>
        <p:sp>
          <p:nvSpPr>
            <p:cNvPr id="12" name="Content Placeholder 2">
              <a:extLst>
                <a:ext uri="{FF2B5EF4-FFF2-40B4-BE49-F238E27FC236}">
                  <a16:creationId xmlns:a16="http://schemas.microsoft.com/office/drawing/2014/main" id="{509F248B-B7A1-A5E1-94D0-772DD2BFF398}"/>
                </a:ext>
              </a:extLst>
            </p:cNvPr>
            <p:cNvSpPr txBox="1">
              <a:spLocks/>
            </p:cNvSpPr>
            <p:nvPr/>
          </p:nvSpPr>
          <p:spPr>
            <a:xfrm>
              <a:off x="5084864" y="2937635"/>
              <a:ext cx="5919775" cy="26553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d-ID" sz="2400" b="1" dirty="0">
                  <a:latin typeface="Vertiky" pitchFamily="2" charset="0"/>
                </a:rPr>
                <a:t>Storyboard</a:t>
              </a:r>
              <a:r>
                <a:rPr lang="id-ID" sz="2400" dirty="0">
                  <a:latin typeface="Vertiky" pitchFamily="2" charset="0"/>
                </a:rPr>
                <a:t>, merupakan rangkaian</a:t>
              </a:r>
              <a:br>
                <a:rPr lang="id-ID" sz="2400" dirty="0">
                  <a:latin typeface="Vertiky" pitchFamily="2" charset="0"/>
                </a:rPr>
              </a:br>
              <a:r>
                <a:rPr lang="id-ID" sz="2400" dirty="0">
                  <a:latin typeface="Vertiky" pitchFamily="2" charset="0"/>
                </a:rPr>
                <a:t>sketsa yang digunakan untuk menggambar alur sebuah cerita.</a:t>
              </a:r>
            </a:p>
            <a:p>
              <a:pPr marL="0" indent="0" algn="ctr">
                <a:buFont typeface="Arial" panose="020B0604020202020204" pitchFamily="34" charset="0"/>
                <a:buNone/>
              </a:pPr>
              <a:r>
                <a:rPr lang="id-ID" sz="2000" dirty="0">
                  <a:latin typeface="Vertiky" pitchFamily="2" charset="0"/>
                </a:rPr>
                <a:t>Dengan membuat storyboard ini, </a:t>
              </a:r>
              <a:br>
                <a:rPr lang="id-ID" sz="2000" dirty="0">
                  <a:latin typeface="Vertiky" pitchFamily="2" charset="0"/>
                </a:rPr>
              </a:br>
              <a:r>
                <a:rPr lang="id-ID" sz="2000" dirty="0">
                  <a:latin typeface="Vertiky" pitchFamily="2" charset="0"/>
                </a:rPr>
                <a:t>seorang ilustrator dapat menyampaikan ide gagasan cerita dan persepsi kepada orang lain dengan mudah. Sehingga orang lain dapat memahami inti gagasan pada cerita yang diinginkan.</a:t>
              </a:r>
            </a:p>
          </p:txBody>
        </p:sp>
      </p:grpSp>
      <p:pic>
        <p:nvPicPr>
          <p:cNvPr id="18" name="Picture 17">
            <a:extLst>
              <a:ext uri="{FF2B5EF4-FFF2-40B4-BE49-F238E27FC236}">
                <a16:creationId xmlns:a16="http://schemas.microsoft.com/office/drawing/2014/main" id="{46145D9A-A10E-C845-E5A9-493CC64CFA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1467" y="1895807"/>
            <a:ext cx="3709267" cy="4459328"/>
          </a:xfrm>
          <a:prstGeom prst="rect">
            <a:avLst/>
          </a:prstGeom>
          <a:ln>
            <a:noFill/>
          </a:ln>
          <a:effectLst>
            <a:outerShdw blurRad="292100" dist="139700" dir="2700000" algn="tl" rotWithShape="0">
              <a:srgbClr val="333333">
                <a:alpha val="65000"/>
              </a:srgbClr>
            </a:outerShdw>
          </a:effectLst>
        </p:spPr>
      </p:pic>
      <p:sp>
        <p:nvSpPr>
          <p:cNvPr id="4" name="Content Placeholder 2">
            <a:extLst>
              <a:ext uri="{FF2B5EF4-FFF2-40B4-BE49-F238E27FC236}">
                <a16:creationId xmlns:a16="http://schemas.microsoft.com/office/drawing/2014/main" id="{8FEC817F-D10B-84D5-C297-75CEFC8468F4}"/>
              </a:ext>
            </a:extLst>
          </p:cNvPr>
          <p:cNvSpPr txBox="1">
            <a:spLocks/>
          </p:cNvSpPr>
          <p:nvPr/>
        </p:nvSpPr>
        <p:spPr>
          <a:xfrm>
            <a:off x="711467" y="6453139"/>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973314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6D996-C9D3-D134-2DDE-58D573E0B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6700B-25DF-3879-3FB0-4588F2BC925A}"/>
              </a:ext>
            </a:extLst>
          </p:cNvPr>
          <p:cNvSpPr>
            <a:spLocks noGrp="1"/>
          </p:cNvSpPr>
          <p:nvPr>
            <p:ph type="title"/>
          </p:nvPr>
        </p:nvSpPr>
        <p:spPr>
          <a:xfrm>
            <a:off x="834971" y="1206885"/>
            <a:ext cx="10522058" cy="1325563"/>
          </a:xfrm>
        </p:spPr>
        <p:txBody>
          <a:bodyPr>
            <a:normAutofit/>
          </a:bodyPr>
          <a:lstStyle/>
          <a:p>
            <a:pPr algn="ctr"/>
            <a:r>
              <a:rPr lang="id-ID" sz="3600" b="1" dirty="0">
                <a:solidFill>
                  <a:schemeClr val="bg1"/>
                </a:solidFill>
                <a:latin typeface="Boleh" pitchFamily="50" charset="0"/>
              </a:rPr>
              <a:t>2. </a:t>
            </a:r>
            <a:r>
              <a:rPr lang="id-ID" sz="3600" dirty="0">
                <a:solidFill>
                  <a:schemeClr val="bg1"/>
                </a:solidFill>
                <a:latin typeface="Boleh" pitchFamily="50" charset="0"/>
              </a:rPr>
              <a:t>Hal-hal yang perlu diketahui</a:t>
            </a:r>
            <a:br>
              <a:rPr lang="id-ID" sz="3600" dirty="0">
                <a:solidFill>
                  <a:schemeClr val="bg1"/>
                </a:solidFill>
                <a:latin typeface="Boleh" pitchFamily="50" charset="0"/>
              </a:rPr>
            </a:br>
            <a:r>
              <a:rPr lang="id-ID" sz="3600" dirty="0">
                <a:solidFill>
                  <a:schemeClr val="bg1"/>
                </a:solidFill>
                <a:latin typeface="Boleh" pitchFamily="50" charset="0"/>
              </a:rPr>
              <a:t>sebelum membuat storyboard</a:t>
            </a:r>
            <a:endParaRPr lang="id-ID" sz="3600" b="1" dirty="0">
              <a:solidFill>
                <a:schemeClr val="bg1"/>
              </a:solidFill>
              <a:latin typeface="Boleh" pitchFamily="50" charset="0"/>
            </a:endParaRPr>
          </a:p>
        </p:txBody>
      </p:sp>
      <p:grpSp>
        <p:nvGrpSpPr>
          <p:cNvPr id="6" name="Group 5">
            <a:extLst>
              <a:ext uri="{FF2B5EF4-FFF2-40B4-BE49-F238E27FC236}">
                <a16:creationId xmlns:a16="http://schemas.microsoft.com/office/drawing/2014/main" id="{F601E698-58DC-5BE3-75E2-2BCD7D2C78DF}"/>
              </a:ext>
            </a:extLst>
          </p:cNvPr>
          <p:cNvGrpSpPr/>
          <p:nvPr/>
        </p:nvGrpSpPr>
        <p:grpSpPr>
          <a:xfrm>
            <a:off x="834971" y="2447055"/>
            <a:ext cx="10339588" cy="890336"/>
            <a:chOff x="246418" y="2615617"/>
            <a:chExt cx="10339588" cy="557941"/>
          </a:xfrm>
        </p:grpSpPr>
        <p:sp>
          <p:nvSpPr>
            <p:cNvPr id="3" name="Rectangle: Rounded Corners 2">
              <a:extLst>
                <a:ext uri="{FF2B5EF4-FFF2-40B4-BE49-F238E27FC236}">
                  <a16:creationId xmlns:a16="http://schemas.microsoft.com/office/drawing/2014/main" id="{C063C832-E7AD-21AF-7BB9-6AA3C130CAA7}"/>
                </a:ext>
              </a:extLst>
            </p:cNvPr>
            <p:cNvSpPr/>
            <p:nvPr/>
          </p:nvSpPr>
          <p:spPr>
            <a:xfrm>
              <a:off x="246418" y="2615618"/>
              <a:ext cx="2614438"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Ukuran &amp; bentuk buku</a:t>
              </a:r>
            </a:p>
          </p:txBody>
        </p:sp>
        <p:sp>
          <p:nvSpPr>
            <p:cNvPr id="4" name="Rectangle: Rounded Corners 3">
              <a:extLst>
                <a:ext uri="{FF2B5EF4-FFF2-40B4-BE49-F238E27FC236}">
                  <a16:creationId xmlns:a16="http://schemas.microsoft.com/office/drawing/2014/main" id="{0BCC4D97-2979-6A8B-E44D-A81AB8A9CF78}"/>
                </a:ext>
              </a:extLst>
            </p:cNvPr>
            <p:cNvSpPr/>
            <p:nvPr/>
          </p:nvSpPr>
          <p:spPr>
            <a:xfrm>
              <a:off x="4333000" y="2615619"/>
              <a:ext cx="2481666"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a:solidFill>
                    <a:schemeClr val="accent6">
                      <a:lumMod val="50000"/>
                    </a:schemeClr>
                  </a:solidFill>
                  <a:latin typeface="Vertiky" pitchFamily="2" charset="0"/>
                </a:rPr>
                <a:t>Jumlah halaman buku</a:t>
              </a:r>
              <a:endParaRPr lang="id-ID" sz="2800" b="1" dirty="0">
                <a:solidFill>
                  <a:schemeClr val="accent6">
                    <a:lumMod val="50000"/>
                  </a:schemeClr>
                </a:solidFill>
                <a:latin typeface="Vertiky" pitchFamily="2" charset="0"/>
              </a:endParaRPr>
            </a:p>
          </p:txBody>
        </p:sp>
        <p:sp>
          <p:nvSpPr>
            <p:cNvPr id="5" name="Rectangle: Rounded Corners 4">
              <a:extLst>
                <a:ext uri="{FF2B5EF4-FFF2-40B4-BE49-F238E27FC236}">
                  <a16:creationId xmlns:a16="http://schemas.microsoft.com/office/drawing/2014/main" id="{A449F6DE-499D-9C25-4A6F-F62AAD4E6429}"/>
                </a:ext>
              </a:extLst>
            </p:cNvPr>
            <p:cNvSpPr/>
            <p:nvPr/>
          </p:nvSpPr>
          <p:spPr>
            <a:xfrm>
              <a:off x="8104340" y="2615617"/>
              <a:ext cx="2481666"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Pengaturan halaman buku</a:t>
              </a:r>
            </a:p>
          </p:txBody>
        </p:sp>
      </p:grpSp>
      <p:cxnSp>
        <p:nvCxnSpPr>
          <p:cNvPr id="10" name="Straight Connector 9">
            <a:extLst>
              <a:ext uri="{FF2B5EF4-FFF2-40B4-BE49-F238E27FC236}">
                <a16:creationId xmlns:a16="http://schemas.microsoft.com/office/drawing/2014/main" id="{F337DF21-1C1C-C1BD-3C2E-4CEFFAC27D26}"/>
              </a:ext>
            </a:extLst>
          </p:cNvPr>
          <p:cNvCxnSpPr/>
          <p:nvPr/>
        </p:nvCxnSpPr>
        <p:spPr>
          <a:xfrm>
            <a:off x="7414326" y="1813301"/>
            <a:ext cx="1915655" cy="0"/>
          </a:xfrm>
          <a:prstGeom prst="line">
            <a:avLst/>
          </a:prstGeom>
          <a:ln w="76200">
            <a:solidFill>
              <a:srgbClr val="FFC86D"/>
            </a:solidFill>
          </a:ln>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BDCB39AB-3487-790F-4D73-FBF1FFDF8748}"/>
              </a:ext>
            </a:extLst>
          </p:cNvPr>
          <p:cNvPicPr>
            <a:picLocks noChangeAspect="1"/>
          </p:cNvPicPr>
          <p:nvPr/>
        </p:nvPicPr>
        <p:blipFill>
          <a:blip r:embed="rId2">
            <a:extLst>
              <a:ext uri="{28A0092B-C50C-407E-A947-70E740481C1C}">
                <a14:useLocalDpi xmlns:a14="http://schemas.microsoft.com/office/drawing/2010/main" val="0"/>
              </a:ext>
            </a:extLst>
          </a:blip>
          <a:srcRect l="6848" t="48591" r="59821" b="11892"/>
          <a:stretch/>
        </p:blipFill>
        <p:spPr>
          <a:xfrm>
            <a:off x="682742" y="3890128"/>
            <a:ext cx="2918896" cy="1946663"/>
          </a:xfrm>
          <a:prstGeom prst="rect">
            <a:avLst/>
          </a:prstGeom>
        </p:spPr>
      </p:pic>
      <p:pic>
        <p:nvPicPr>
          <p:cNvPr id="9" name="Picture 8">
            <a:extLst>
              <a:ext uri="{FF2B5EF4-FFF2-40B4-BE49-F238E27FC236}">
                <a16:creationId xmlns:a16="http://schemas.microsoft.com/office/drawing/2014/main" id="{E27C0C4A-B8E8-6FAA-2AFB-FB9C58C646CA}"/>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40015" t="32239" r="25072" b="11892"/>
          <a:stretch/>
        </p:blipFill>
        <p:spPr>
          <a:xfrm>
            <a:off x="3709954" y="3651793"/>
            <a:ext cx="2692186" cy="2423332"/>
          </a:xfrm>
          <a:prstGeom prst="rect">
            <a:avLst/>
          </a:prstGeom>
        </p:spPr>
      </p:pic>
      <p:pic>
        <p:nvPicPr>
          <p:cNvPr id="11" name="Picture 10">
            <a:extLst>
              <a:ext uri="{FF2B5EF4-FFF2-40B4-BE49-F238E27FC236}">
                <a16:creationId xmlns:a16="http://schemas.microsoft.com/office/drawing/2014/main" id="{3113BB44-DBA8-7E6F-1788-907B62F1DC4D}"/>
              </a:ext>
            </a:extLst>
          </p:cNvPr>
          <p:cNvPicPr>
            <a:picLocks noChangeAspect="1"/>
          </p:cNvPicPr>
          <p:nvPr/>
        </p:nvPicPr>
        <p:blipFill>
          <a:blip r:embed="rId2">
            <a:extLst>
              <a:ext uri="{28A0092B-C50C-407E-A947-70E740481C1C}">
                <a14:useLocalDpi xmlns:a14="http://schemas.microsoft.com/office/drawing/2010/main" val="0"/>
              </a:ext>
            </a:extLst>
          </a:blip>
          <a:srcRect l="73323" t="50807" r="3672" b="4786"/>
          <a:stretch/>
        </p:blipFill>
        <p:spPr>
          <a:xfrm>
            <a:off x="8926393" y="3540093"/>
            <a:ext cx="2014665" cy="2187579"/>
          </a:xfrm>
          <a:prstGeom prst="rect">
            <a:avLst/>
          </a:prstGeom>
        </p:spPr>
      </p:pic>
      <p:sp>
        <p:nvSpPr>
          <p:cNvPr id="12" name="Content Placeholder 2">
            <a:extLst>
              <a:ext uri="{FF2B5EF4-FFF2-40B4-BE49-F238E27FC236}">
                <a16:creationId xmlns:a16="http://schemas.microsoft.com/office/drawing/2014/main" id="{D92F75A9-9451-35DC-4D2E-B623DE461450}"/>
              </a:ext>
            </a:extLst>
          </p:cNvPr>
          <p:cNvSpPr>
            <a:spLocks noGrp="1"/>
          </p:cNvSpPr>
          <p:nvPr>
            <p:ph idx="1"/>
          </p:nvPr>
        </p:nvSpPr>
        <p:spPr>
          <a:xfrm>
            <a:off x="6337461" y="3779281"/>
            <a:ext cx="2131516" cy="432195"/>
          </a:xfrm>
        </p:spPr>
        <p:txBody>
          <a:bodyPr>
            <a:normAutofit/>
          </a:bodyPr>
          <a:lstStyle/>
          <a:p>
            <a:pPr marL="0" indent="0">
              <a:buNone/>
            </a:pPr>
            <a:r>
              <a:rPr lang="id-ID" sz="1800" dirty="0">
                <a:solidFill>
                  <a:schemeClr val="bg1"/>
                </a:solidFill>
                <a:latin typeface="Vertiky" pitchFamily="2" charset="0"/>
              </a:rPr>
              <a:t>Self Ended Books</a:t>
            </a:r>
          </a:p>
        </p:txBody>
      </p:sp>
      <p:sp>
        <p:nvSpPr>
          <p:cNvPr id="13" name="Content Placeholder 2">
            <a:extLst>
              <a:ext uri="{FF2B5EF4-FFF2-40B4-BE49-F238E27FC236}">
                <a16:creationId xmlns:a16="http://schemas.microsoft.com/office/drawing/2014/main" id="{F9E3036C-9D95-9102-A1AE-CAE1F5BA4F5A}"/>
              </a:ext>
            </a:extLst>
          </p:cNvPr>
          <p:cNvSpPr txBox="1">
            <a:spLocks/>
          </p:cNvSpPr>
          <p:nvPr/>
        </p:nvSpPr>
        <p:spPr>
          <a:xfrm>
            <a:off x="6337461" y="4774084"/>
            <a:ext cx="2417987" cy="4321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d-ID" sz="1800" dirty="0">
                <a:solidFill>
                  <a:schemeClr val="bg1"/>
                </a:solidFill>
                <a:latin typeface="Vertiky" pitchFamily="2" charset="0"/>
              </a:rPr>
              <a:t>Separate Ended Books</a:t>
            </a:r>
          </a:p>
        </p:txBody>
      </p:sp>
      <p:sp>
        <p:nvSpPr>
          <p:cNvPr id="14" name="Content Placeholder 2">
            <a:extLst>
              <a:ext uri="{FF2B5EF4-FFF2-40B4-BE49-F238E27FC236}">
                <a16:creationId xmlns:a16="http://schemas.microsoft.com/office/drawing/2014/main" id="{E79FEE30-B30E-BFE6-8537-862DE9F7848F}"/>
              </a:ext>
            </a:extLst>
          </p:cNvPr>
          <p:cNvSpPr txBox="1">
            <a:spLocks/>
          </p:cNvSpPr>
          <p:nvPr/>
        </p:nvSpPr>
        <p:spPr>
          <a:xfrm>
            <a:off x="6359278" y="4056537"/>
            <a:ext cx="2467610" cy="8097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id-ID" sz="1400" dirty="0">
                <a:solidFill>
                  <a:schemeClr val="bg1"/>
                </a:solidFill>
                <a:latin typeface="Vertiky" pitchFamily="2" charset="0"/>
              </a:rPr>
              <a:t>Jenis kertas Endpapers = jenis kertas isi</a:t>
            </a:r>
          </a:p>
          <a:p>
            <a:pPr>
              <a:spcBef>
                <a:spcPts val="0"/>
              </a:spcBef>
            </a:pPr>
            <a:r>
              <a:rPr lang="id-ID" sz="1400" dirty="0">
                <a:solidFill>
                  <a:schemeClr val="bg1"/>
                </a:solidFill>
                <a:latin typeface="Vertiky" pitchFamily="2" charset="0"/>
              </a:rPr>
              <a:t>Masuk dalam 32 halaman</a:t>
            </a:r>
          </a:p>
        </p:txBody>
      </p:sp>
      <p:sp>
        <p:nvSpPr>
          <p:cNvPr id="15" name="Content Placeholder 2">
            <a:extLst>
              <a:ext uri="{FF2B5EF4-FFF2-40B4-BE49-F238E27FC236}">
                <a16:creationId xmlns:a16="http://schemas.microsoft.com/office/drawing/2014/main" id="{2380753B-5118-E205-56DC-42A8A16F3F65}"/>
              </a:ext>
            </a:extLst>
          </p:cNvPr>
          <p:cNvSpPr txBox="1">
            <a:spLocks/>
          </p:cNvSpPr>
          <p:nvPr/>
        </p:nvSpPr>
        <p:spPr>
          <a:xfrm>
            <a:off x="6402140" y="5094860"/>
            <a:ext cx="2467610" cy="922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id-ID" sz="1400" dirty="0">
                <a:solidFill>
                  <a:schemeClr val="bg1"/>
                </a:solidFill>
                <a:latin typeface="Vertiky" pitchFamily="2" charset="0"/>
              </a:rPr>
              <a:t>Jenis kertas Endpapers </a:t>
            </a:r>
            <a:r>
              <a:rPr lang="id-ID" sz="1400" dirty="0">
                <a:solidFill>
                  <a:schemeClr val="bg1"/>
                </a:solidFill>
                <a:latin typeface="Times New Roman" panose="02020603050405020304" pitchFamily="18" charset="0"/>
                <a:cs typeface="Times New Roman" panose="02020603050405020304" pitchFamily="18" charset="0"/>
              </a:rPr>
              <a:t>≠</a:t>
            </a:r>
            <a:r>
              <a:rPr lang="id-ID" sz="1400" dirty="0">
                <a:solidFill>
                  <a:schemeClr val="bg1"/>
                </a:solidFill>
                <a:latin typeface="Vertiky" pitchFamily="2" charset="0"/>
              </a:rPr>
              <a:t> jenis kertas isi</a:t>
            </a:r>
          </a:p>
          <a:p>
            <a:pPr>
              <a:spcBef>
                <a:spcPts val="0"/>
              </a:spcBef>
            </a:pPr>
            <a:r>
              <a:rPr lang="id-ID" sz="1400" dirty="0">
                <a:solidFill>
                  <a:schemeClr val="bg1"/>
                </a:solidFill>
                <a:latin typeface="Vertiky" pitchFamily="2" charset="0"/>
              </a:rPr>
              <a:t>Tidak masuk dalam 32 halaman</a:t>
            </a:r>
          </a:p>
        </p:txBody>
      </p:sp>
    </p:spTree>
    <p:extLst>
      <p:ext uri="{BB962C8B-B14F-4D97-AF65-F5344CB8AC3E}">
        <p14:creationId xmlns:p14="http://schemas.microsoft.com/office/powerpoint/2010/main" val="1069351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200B5-2E3D-3868-D7C8-967E55948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90FC0-AD58-1DC0-FA6E-B43BF1B5EB78}"/>
              </a:ext>
            </a:extLst>
          </p:cNvPr>
          <p:cNvSpPr>
            <a:spLocks noGrp="1"/>
          </p:cNvSpPr>
          <p:nvPr>
            <p:ph type="title"/>
          </p:nvPr>
        </p:nvSpPr>
        <p:spPr>
          <a:xfrm>
            <a:off x="834971" y="912418"/>
            <a:ext cx="10522058" cy="1325563"/>
          </a:xfrm>
        </p:spPr>
        <p:txBody>
          <a:bodyPr>
            <a:normAutofit/>
          </a:bodyPr>
          <a:lstStyle/>
          <a:p>
            <a:pPr algn="ctr"/>
            <a:r>
              <a:rPr lang="id-ID" sz="3600" b="1" dirty="0">
                <a:solidFill>
                  <a:schemeClr val="bg1"/>
                </a:solidFill>
                <a:latin typeface="Boleh" pitchFamily="50" charset="0"/>
              </a:rPr>
              <a:t>3. </a:t>
            </a:r>
            <a:r>
              <a:rPr lang="id-ID" sz="3600" dirty="0">
                <a:solidFill>
                  <a:schemeClr val="bg1"/>
                </a:solidFill>
                <a:latin typeface="Boleh" pitchFamily="50" charset="0"/>
              </a:rPr>
              <a:t>Hal-hal yang perlu dipersiapkan</a:t>
            </a:r>
            <a:br>
              <a:rPr lang="id-ID" sz="3600" dirty="0">
                <a:solidFill>
                  <a:schemeClr val="bg1"/>
                </a:solidFill>
                <a:latin typeface="Boleh" pitchFamily="50" charset="0"/>
              </a:rPr>
            </a:br>
            <a:r>
              <a:rPr lang="id-ID" sz="3600" dirty="0">
                <a:solidFill>
                  <a:schemeClr val="bg1"/>
                </a:solidFill>
                <a:latin typeface="Boleh" pitchFamily="50" charset="0"/>
              </a:rPr>
              <a:t>sebelum membuat storyboard</a:t>
            </a:r>
            <a:endParaRPr lang="id-ID" sz="3600" b="1" dirty="0">
              <a:solidFill>
                <a:schemeClr val="bg1"/>
              </a:solidFill>
              <a:latin typeface="Boleh" pitchFamily="50" charset="0"/>
            </a:endParaRPr>
          </a:p>
        </p:txBody>
      </p:sp>
      <p:sp>
        <p:nvSpPr>
          <p:cNvPr id="3" name="Rectangle: Rounded Corners 2">
            <a:extLst>
              <a:ext uri="{FF2B5EF4-FFF2-40B4-BE49-F238E27FC236}">
                <a16:creationId xmlns:a16="http://schemas.microsoft.com/office/drawing/2014/main" id="{7C559C29-D0E4-D05A-E924-43B5CA7E569E}"/>
              </a:ext>
            </a:extLst>
          </p:cNvPr>
          <p:cNvSpPr/>
          <p:nvPr/>
        </p:nvSpPr>
        <p:spPr>
          <a:xfrm>
            <a:off x="834971" y="2376952"/>
            <a:ext cx="3812584" cy="618816"/>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Membuat moodboard</a:t>
            </a:r>
          </a:p>
        </p:txBody>
      </p:sp>
      <p:cxnSp>
        <p:nvCxnSpPr>
          <p:cNvPr id="7" name="Straight Connector 6">
            <a:extLst>
              <a:ext uri="{FF2B5EF4-FFF2-40B4-BE49-F238E27FC236}">
                <a16:creationId xmlns:a16="http://schemas.microsoft.com/office/drawing/2014/main" id="{5FC9C25D-F007-AFCE-411C-CCB34762FD2D}"/>
              </a:ext>
            </a:extLst>
          </p:cNvPr>
          <p:cNvCxnSpPr>
            <a:cxnSpLocks/>
          </p:cNvCxnSpPr>
          <p:nvPr/>
        </p:nvCxnSpPr>
        <p:spPr>
          <a:xfrm>
            <a:off x="7020732" y="1518834"/>
            <a:ext cx="2774197" cy="0"/>
          </a:xfrm>
          <a:prstGeom prst="line">
            <a:avLst/>
          </a:prstGeom>
          <a:ln w="76200">
            <a:solidFill>
              <a:srgbClr val="FFC86D"/>
            </a:solidFill>
          </a:ln>
        </p:spPr>
        <p:style>
          <a:lnRef idx="1">
            <a:schemeClr val="accent2"/>
          </a:lnRef>
          <a:fillRef idx="0">
            <a:schemeClr val="accent2"/>
          </a:fillRef>
          <a:effectRef idx="0">
            <a:schemeClr val="accent2"/>
          </a:effectRef>
          <a:fontRef idx="minor">
            <a:schemeClr val="tx1"/>
          </a:fontRef>
        </p:style>
      </p:cxnSp>
      <p:grpSp>
        <p:nvGrpSpPr>
          <p:cNvPr id="4" name="Group 3">
            <a:extLst>
              <a:ext uri="{FF2B5EF4-FFF2-40B4-BE49-F238E27FC236}">
                <a16:creationId xmlns:a16="http://schemas.microsoft.com/office/drawing/2014/main" id="{427A4A1D-DF79-DCE2-2757-4F21445B46A7}"/>
              </a:ext>
            </a:extLst>
          </p:cNvPr>
          <p:cNvGrpSpPr/>
          <p:nvPr/>
        </p:nvGrpSpPr>
        <p:grpSpPr>
          <a:xfrm>
            <a:off x="834972" y="2095833"/>
            <a:ext cx="11222709" cy="4611354"/>
            <a:chOff x="446060" y="1881521"/>
            <a:chExt cx="11222709" cy="4611354"/>
          </a:xfrm>
        </p:grpSpPr>
        <p:pic>
          <p:nvPicPr>
            <p:cNvPr id="5" name="Picture 4">
              <a:extLst>
                <a:ext uri="{FF2B5EF4-FFF2-40B4-BE49-F238E27FC236}">
                  <a16:creationId xmlns:a16="http://schemas.microsoft.com/office/drawing/2014/main" id="{644ED37A-A156-4E9D-D1CC-C699FA5639E4}"/>
                </a:ext>
              </a:extLst>
            </p:cNvPr>
            <p:cNvPicPr>
              <a:picLocks noChangeAspect="1"/>
            </p:cNvPicPr>
            <p:nvPr/>
          </p:nvPicPr>
          <p:blipFill>
            <a:blip r:embed="rId2">
              <a:duotone>
                <a:prstClr val="black"/>
                <a:srgbClr val="FFFF66">
                  <a:tint val="45000"/>
                  <a:satMod val="400000"/>
                </a:srgbClr>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6875" t="9931" r="33263" b="5324"/>
            <a:stretch/>
          </p:blipFill>
          <p:spPr>
            <a:xfrm>
              <a:off x="4369066" y="1881521"/>
              <a:ext cx="7299703" cy="4611354"/>
            </a:xfrm>
            <a:prstGeom prst="rect">
              <a:avLst/>
            </a:prstGeom>
            <a:ln>
              <a:noFill/>
            </a:ln>
            <a:effectLst>
              <a:outerShdw blurRad="292100" dist="139700" dir="2700000" algn="tl" rotWithShape="0">
                <a:srgbClr val="333333">
                  <a:alpha val="65000"/>
                </a:srgbClr>
              </a:outerShdw>
            </a:effectLst>
          </p:spPr>
        </p:pic>
        <p:sp>
          <p:nvSpPr>
            <p:cNvPr id="8" name="Content Placeholder 2">
              <a:extLst>
                <a:ext uri="{FF2B5EF4-FFF2-40B4-BE49-F238E27FC236}">
                  <a16:creationId xmlns:a16="http://schemas.microsoft.com/office/drawing/2014/main" id="{5A0CBB4D-5F84-6D93-177F-8C36DDE626D1}"/>
                </a:ext>
              </a:extLst>
            </p:cNvPr>
            <p:cNvSpPr txBox="1">
              <a:spLocks/>
            </p:cNvSpPr>
            <p:nvPr/>
          </p:nvSpPr>
          <p:spPr>
            <a:xfrm>
              <a:off x="446060" y="2931507"/>
              <a:ext cx="3812584" cy="26553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d-ID" sz="2000" b="1" dirty="0">
                  <a:solidFill>
                    <a:schemeClr val="bg1"/>
                  </a:solidFill>
                  <a:latin typeface="Vertiky" pitchFamily="2" charset="0"/>
                </a:rPr>
                <a:t>Kumpulan referensi :</a:t>
              </a:r>
            </a:p>
            <a:p>
              <a:pPr>
                <a:buFontTx/>
                <a:buChar char="-"/>
              </a:pPr>
              <a:r>
                <a:rPr lang="id-ID" sz="2000" b="1" dirty="0">
                  <a:solidFill>
                    <a:schemeClr val="bg1"/>
                  </a:solidFill>
                  <a:latin typeface="Vertiky" pitchFamily="2" charset="0"/>
                </a:rPr>
                <a:t>Gesture</a:t>
              </a:r>
            </a:p>
            <a:p>
              <a:pPr>
                <a:buFontTx/>
                <a:buChar char="-"/>
              </a:pPr>
              <a:r>
                <a:rPr lang="id-ID" sz="2000" b="1" dirty="0">
                  <a:solidFill>
                    <a:schemeClr val="bg1"/>
                  </a:solidFill>
                  <a:latin typeface="Vertiky" pitchFamily="2" charset="0"/>
                </a:rPr>
                <a:t>Ekspresi</a:t>
              </a:r>
            </a:p>
            <a:p>
              <a:pPr>
                <a:buFontTx/>
                <a:buChar char="-"/>
              </a:pPr>
              <a:r>
                <a:rPr lang="id-ID" sz="2000" b="1" dirty="0">
                  <a:solidFill>
                    <a:schemeClr val="bg1"/>
                  </a:solidFill>
                  <a:latin typeface="Vertiky" pitchFamily="2" charset="0"/>
                </a:rPr>
                <a:t>Latar tempat/ Bangunan</a:t>
              </a:r>
            </a:p>
            <a:p>
              <a:pPr>
                <a:buFontTx/>
                <a:buChar char="-"/>
              </a:pPr>
              <a:r>
                <a:rPr lang="id-ID" sz="2000" b="1" dirty="0">
                  <a:solidFill>
                    <a:schemeClr val="bg1"/>
                  </a:solidFill>
                  <a:latin typeface="Vertiky" pitchFamily="2" charset="0"/>
                </a:rPr>
                <a:t>Komposisi</a:t>
              </a:r>
            </a:p>
            <a:p>
              <a:pPr>
                <a:buFontTx/>
                <a:buChar char="-"/>
              </a:pPr>
              <a:r>
                <a:rPr lang="id-ID" sz="2000" b="1" dirty="0">
                  <a:solidFill>
                    <a:schemeClr val="bg1"/>
                  </a:solidFill>
                  <a:latin typeface="Vertiky" pitchFamily="2" charset="0"/>
                </a:rPr>
                <a:t>Warna, dll</a:t>
              </a:r>
              <a:endParaRPr lang="id-ID" sz="1800" dirty="0">
                <a:solidFill>
                  <a:schemeClr val="bg1"/>
                </a:solidFill>
                <a:latin typeface="Vertiky" pitchFamily="2" charset="0"/>
              </a:endParaRPr>
            </a:p>
          </p:txBody>
        </p:sp>
      </p:grpSp>
      <p:pic>
        <p:nvPicPr>
          <p:cNvPr id="10" name="Picture 9">
            <a:extLst>
              <a:ext uri="{FF2B5EF4-FFF2-40B4-BE49-F238E27FC236}">
                <a16:creationId xmlns:a16="http://schemas.microsoft.com/office/drawing/2014/main" id="{6B9C1505-FC89-805A-C798-0EE7893C38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2676" y="4501162"/>
            <a:ext cx="1950602" cy="1950602"/>
          </a:xfrm>
          <a:prstGeom prst="rect">
            <a:avLst/>
          </a:prstGeom>
        </p:spPr>
      </p:pic>
      <p:pic>
        <p:nvPicPr>
          <p:cNvPr id="12" name="Picture 11">
            <a:extLst>
              <a:ext uri="{FF2B5EF4-FFF2-40B4-BE49-F238E27FC236}">
                <a16:creationId xmlns:a16="http://schemas.microsoft.com/office/drawing/2014/main" id="{815B778E-6F26-912D-6519-6A22049247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72954" y="4422873"/>
            <a:ext cx="1390980" cy="2060011"/>
          </a:xfrm>
          <a:prstGeom prst="rect">
            <a:avLst/>
          </a:prstGeom>
        </p:spPr>
      </p:pic>
      <p:pic>
        <p:nvPicPr>
          <p:cNvPr id="14" name="Picture 13">
            <a:extLst>
              <a:ext uri="{FF2B5EF4-FFF2-40B4-BE49-F238E27FC236}">
                <a16:creationId xmlns:a16="http://schemas.microsoft.com/office/drawing/2014/main" id="{9B568BDB-F8A5-DF22-4DB7-5607171D01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72954" y="2478669"/>
            <a:ext cx="1384216" cy="1900662"/>
          </a:xfrm>
          <a:prstGeom prst="rect">
            <a:avLst/>
          </a:prstGeom>
        </p:spPr>
      </p:pic>
      <p:pic>
        <p:nvPicPr>
          <p:cNvPr id="16" name="Picture 15">
            <a:extLst>
              <a:ext uri="{FF2B5EF4-FFF2-40B4-BE49-F238E27FC236}">
                <a16:creationId xmlns:a16="http://schemas.microsoft.com/office/drawing/2014/main" id="{C3E4B617-BF15-CA6A-8826-23A5A7B624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37305" y="2478668"/>
            <a:ext cx="2564949" cy="4004216"/>
          </a:xfrm>
          <a:prstGeom prst="rect">
            <a:avLst/>
          </a:prstGeom>
        </p:spPr>
      </p:pic>
      <p:pic>
        <p:nvPicPr>
          <p:cNvPr id="17" name="Picture 16">
            <a:extLst>
              <a:ext uri="{FF2B5EF4-FFF2-40B4-BE49-F238E27FC236}">
                <a16:creationId xmlns:a16="http://schemas.microsoft.com/office/drawing/2014/main" id="{3EB9D1E1-7846-9073-0E4C-A85A764FF3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86134" y="1788302"/>
            <a:ext cx="941790" cy="941790"/>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F921F0AD-1645-B9A6-9337-E65F8F527F9A}"/>
              </a:ext>
            </a:extLst>
          </p:cNvPr>
          <p:cNvSpPr txBox="1"/>
          <p:nvPr/>
        </p:nvSpPr>
        <p:spPr>
          <a:xfrm>
            <a:off x="9862415" y="2830346"/>
            <a:ext cx="1700385" cy="1138773"/>
          </a:xfrm>
          <a:prstGeom prst="rect">
            <a:avLst/>
          </a:prstGeom>
          <a:noFill/>
        </p:spPr>
        <p:txBody>
          <a:bodyPr wrap="square">
            <a:spAutoFit/>
          </a:bodyPr>
          <a:lstStyle/>
          <a:p>
            <a:pPr algn="ctr"/>
            <a:r>
              <a:rPr lang="id-ID" sz="1800" b="1" dirty="0">
                <a:solidFill>
                  <a:srgbClr val="0E4028"/>
                </a:solidFill>
                <a:latin typeface="Boleh" pitchFamily="50" charset="0"/>
              </a:rPr>
              <a:t>Ini Contoh</a:t>
            </a:r>
          </a:p>
          <a:p>
            <a:pPr algn="ctr"/>
            <a:r>
              <a:rPr lang="id-ID" sz="1800" b="1" dirty="0">
                <a:solidFill>
                  <a:srgbClr val="0E4028"/>
                </a:solidFill>
                <a:latin typeface="Boleh" pitchFamily="50" charset="0"/>
              </a:rPr>
              <a:t>Moodboard</a:t>
            </a:r>
          </a:p>
          <a:p>
            <a:pPr algn="ctr"/>
            <a:r>
              <a:rPr lang="id-ID" sz="1600" b="1" dirty="0">
                <a:solidFill>
                  <a:srgbClr val="0E4028"/>
                </a:solidFill>
                <a:latin typeface="Vertiky" pitchFamily="2" charset="0"/>
              </a:rPr>
              <a:t>(bisa dibuat lebih detail lagi)</a:t>
            </a:r>
            <a:endParaRPr lang="id-ID" sz="1600" dirty="0">
              <a:solidFill>
                <a:srgbClr val="0E4028"/>
              </a:solidFill>
              <a:latin typeface="Vertiky" pitchFamily="2" charset="0"/>
            </a:endParaRPr>
          </a:p>
        </p:txBody>
      </p:sp>
      <p:sp>
        <p:nvSpPr>
          <p:cNvPr id="20" name="Content Placeholder 2">
            <a:extLst>
              <a:ext uri="{FF2B5EF4-FFF2-40B4-BE49-F238E27FC236}">
                <a16:creationId xmlns:a16="http://schemas.microsoft.com/office/drawing/2014/main" id="{2A514D12-027A-832D-ED7F-7C229AD347CE}"/>
              </a:ext>
            </a:extLst>
          </p:cNvPr>
          <p:cNvSpPr txBox="1">
            <a:spLocks/>
          </p:cNvSpPr>
          <p:nvPr/>
        </p:nvSpPr>
        <p:spPr>
          <a:xfrm>
            <a:off x="9914456" y="4122885"/>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rgbClr val="0E4028"/>
                </a:solidFill>
                <a:latin typeface="Vertiky" pitchFamily="2" charset="0"/>
              </a:rPr>
              <a:t>Sumber : Pinterest</a:t>
            </a:r>
          </a:p>
        </p:txBody>
      </p:sp>
    </p:spTree>
    <p:extLst>
      <p:ext uri="{BB962C8B-B14F-4D97-AF65-F5344CB8AC3E}">
        <p14:creationId xmlns:p14="http://schemas.microsoft.com/office/powerpoint/2010/main" val="20973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62BA-757E-7608-CED4-8AAF2C6B7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EB5BD-150D-A113-1CA3-F942CB654D0F}"/>
              </a:ext>
            </a:extLst>
          </p:cNvPr>
          <p:cNvSpPr>
            <a:spLocks noGrp="1"/>
          </p:cNvSpPr>
          <p:nvPr>
            <p:ph type="title"/>
          </p:nvPr>
        </p:nvSpPr>
        <p:spPr>
          <a:xfrm>
            <a:off x="834971" y="126606"/>
            <a:ext cx="10522058" cy="1325563"/>
          </a:xfrm>
        </p:spPr>
        <p:txBody>
          <a:bodyPr>
            <a:normAutofit/>
          </a:bodyPr>
          <a:lstStyle/>
          <a:p>
            <a:pPr algn="ctr"/>
            <a:r>
              <a:rPr lang="id-ID" sz="3600" b="1" dirty="0">
                <a:solidFill>
                  <a:schemeClr val="bg1"/>
                </a:solidFill>
                <a:latin typeface="Boleh" pitchFamily="50" charset="0"/>
              </a:rPr>
              <a:t>Contoh Moodboard</a:t>
            </a:r>
          </a:p>
        </p:txBody>
      </p:sp>
      <p:sp>
        <p:nvSpPr>
          <p:cNvPr id="26" name="Content Placeholder 2">
            <a:extLst>
              <a:ext uri="{FF2B5EF4-FFF2-40B4-BE49-F238E27FC236}">
                <a16:creationId xmlns:a16="http://schemas.microsoft.com/office/drawing/2014/main" id="{E2078E0D-AECE-C875-2344-64DFE803B5B2}"/>
              </a:ext>
            </a:extLst>
          </p:cNvPr>
          <p:cNvSpPr>
            <a:spLocks noGrp="1"/>
          </p:cNvSpPr>
          <p:nvPr>
            <p:ph idx="1"/>
          </p:nvPr>
        </p:nvSpPr>
        <p:spPr>
          <a:xfrm rot="16200000">
            <a:off x="721672" y="3412923"/>
            <a:ext cx="3084114" cy="601663"/>
          </a:xfrm>
        </p:spPr>
        <p:txBody>
          <a:bodyPr>
            <a:normAutofit/>
          </a:bodyPr>
          <a:lstStyle/>
          <a:p>
            <a:pPr marL="0" indent="0" algn="ctr">
              <a:buNone/>
            </a:pPr>
            <a:r>
              <a:rPr lang="id-ID" sz="1400" dirty="0">
                <a:solidFill>
                  <a:schemeClr val="bg1"/>
                </a:solidFill>
                <a:latin typeface="Vertiky" pitchFamily="2" charset="0"/>
              </a:rPr>
              <a:t>Ruru di Tengah Gemuruh – Fakhri (writer &amp; illustrator)</a:t>
            </a:r>
          </a:p>
        </p:txBody>
      </p:sp>
      <p:pic>
        <p:nvPicPr>
          <p:cNvPr id="4" name="Picture 3">
            <a:extLst>
              <a:ext uri="{FF2B5EF4-FFF2-40B4-BE49-F238E27FC236}">
                <a16:creationId xmlns:a16="http://schemas.microsoft.com/office/drawing/2014/main" id="{052B5690-5AC3-FADD-3B14-AE587F530C15}"/>
              </a:ext>
            </a:extLst>
          </p:cNvPr>
          <p:cNvPicPr>
            <a:picLocks noChangeAspect="1"/>
          </p:cNvPicPr>
          <p:nvPr/>
        </p:nvPicPr>
        <p:blipFill>
          <a:blip r:embed="rId2"/>
          <a:stretch>
            <a:fillRect/>
          </a:stretch>
        </p:blipFill>
        <p:spPr>
          <a:xfrm>
            <a:off x="2489971" y="1330225"/>
            <a:ext cx="7212057" cy="5099150"/>
          </a:xfrm>
          <a:prstGeom prst="rect">
            <a:avLst/>
          </a:prstGeom>
        </p:spPr>
      </p:pic>
    </p:spTree>
    <p:extLst>
      <p:ext uri="{BB962C8B-B14F-4D97-AF65-F5344CB8AC3E}">
        <p14:creationId xmlns:p14="http://schemas.microsoft.com/office/powerpoint/2010/main" val="3992887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AD50C-12EF-308D-748B-E3D488763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5B7B5-8748-4605-9CE9-FBD44D82F958}"/>
              </a:ext>
            </a:extLst>
          </p:cNvPr>
          <p:cNvSpPr>
            <a:spLocks noGrp="1"/>
          </p:cNvSpPr>
          <p:nvPr>
            <p:ph type="title"/>
          </p:nvPr>
        </p:nvSpPr>
        <p:spPr>
          <a:xfrm>
            <a:off x="834971" y="126606"/>
            <a:ext cx="10522058" cy="1325563"/>
          </a:xfrm>
        </p:spPr>
        <p:txBody>
          <a:bodyPr>
            <a:normAutofit/>
          </a:bodyPr>
          <a:lstStyle/>
          <a:p>
            <a:pPr algn="ctr"/>
            <a:r>
              <a:rPr lang="id-ID" sz="3600" b="1" dirty="0">
                <a:solidFill>
                  <a:schemeClr val="bg1"/>
                </a:solidFill>
                <a:latin typeface="Boleh" pitchFamily="50" charset="0"/>
              </a:rPr>
              <a:t>Contoh Moodboard</a:t>
            </a:r>
          </a:p>
        </p:txBody>
      </p:sp>
      <p:pic>
        <p:nvPicPr>
          <p:cNvPr id="24" name="Picture 23">
            <a:extLst>
              <a:ext uri="{FF2B5EF4-FFF2-40B4-BE49-F238E27FC236}">
                <a16:creationId xmlns:a16="http://schemas.microsoft.com/office/drawing/2014/main" id="{AE4288CE-649E-C880-0F32-C59DAE8BC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3981" y="1275162"/>
            <a:ext cx="9444038" cy="5312271"/>
          </a:xfrm>
          <a:prstGeom prst="rect">
            <a:avLst/>
          </a:prstGeom>
        </p:spPr>
      </p:pic>
      <p:sp>
        <p:nvSpPr>
          <p:cNvPr id="26" name="Content Placeholder 2">
            <a:extLst>
              <a:ext uri="{FF2B5EF4-FFF2-40B4-BE49-F238E27FC236}">
                <a16:creationId xmlns:a16="http://schemas.microsoft.com/office/drawing/2014/main" id="{77CA5310-CC68-B7B5-09A8-5F658E49E54A}"/>
              </a:ext>
            </a:extLst>
          </p:cNvPr>
          <p:cNvSpPr>
            <a:spLocks noGrp="1"/>
          </p:cNvSpPr>
          <p:nvPr>
            <p:ph idx="1"/>
          </p:nvPr>
        </p:nvSpPr>
        <p:spPr>
          <a:xfrm rot="16200000">
            <a:off x="-378468" y="3412923"/>
            <a:ext cx="3084114" cy="601663"/>
          </a:xfrm>
        </p:spPr>
        <p:txBody>
          <a:bodyPr>
            <a:normAutofit fontScale="92500"/>
          </a:bodyPr>
          <a:lstStyle/>
          <a:p>
            <a:pPr marL="0" indent="0" algn="ctr">
              <a:buNone/>
            </a:pPr>
            <a:r>
              <a:rPr lang="id-ID" sz="1400" dirty="0">
                <a:solidFill>
                  <a:schemeClr val="bg1"/>
                </a:solidFill>
                <a:latin typeface="Vertiky" pitchFamily="2" charset="0"/>
              </a:rPr>
              <a:t>Petualangan Besar Si Kecil Kalu – by Sebingkisah (Writer) x Athiya (illustrator)</a:t>
            </a:r>
          </a:p>
        </p:txBody>
      </p:sp>
    </p:spTree>
    <p:extLst>
      <p:ext uri="{BB962C8B-B14F-4D97-AF65-F5344CB8AC3E}">
        <p14:creationId xmlns:p14="http://schemas.microsoft.com/office/powerpoint/2010/main" val="2405766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D12F7-5EC8-C59C-976A-25E07A9B9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F3A28-B567-6BC9-785E-4CAE89613C0D}"/>
              </a:ext>
            </a:extLst>
          </p:cNvPr>
          <p:cNvSpPr>
            <a:spLocks noGrp="1"/>
          </p:cNvSpPr>
          <p:nvPr>
            <p:ph type="title"/>
          </p:nvPr>
        </p:nvSpPr>
        <p:spPr>
          <a:xfrm>
            <a:off x="834971" y="912418"/>
            <a:ext cx="10522058" cy="1325563"/>
          </a:xfrm>
        </p:spPr>
        <p:txBody>
          <a:bodyPr>
            <a:normAutofit/>
          </a:bodyPr>
          <a:lstStyle/>
          <a:p>
            <a:pPr algn="ctr"/>
            <a:r>
              <a:rPr lang="id-ID" sz="3600" b="1" dirty="0">
                <a:solidFill>
                  <a:schemeClr val="bg1"/>
                </a:solidFill>
                <a:latin typeface="Boleh" pitchFamily="50" charset="0"/>
              </a:rPr>
              <a:t>3. </a:t>
            </a:r>
            <a:r>
              <a:rPr lang="id-ID" sz="3600" dirty="0">
                <a:solidFill>
                  <a:schemeClr val="bg1"/>
                </a:solidFill>
                <a:latin typeface="Boleh" pitchFamily="50" charset="0"/>
              </a:rPr>
              <a:t>Hal-hal yang perlu dipersiapkan</a:t>
            </a:r>
            <a:br>
              <a:rPr lang="id-ID" sz="3600" dirty="0">
                <a:solidFill>
                  <a:schemeClr val="bg1"/>
                </a:solidFill>
                <a:latin typeface="Boleh" pitchFamily="50" charset="0"/>
              </a:rPr>
            </a:br>
            <a:r>
              <a:rPr lang="id-ID" sz="3600" dirty="0">
                <a:solidFill>
                  <a:schemeClr val="bg1"/>
                </a:solidFill>
                <a:latin typeface="Boleh" pitchFamily="50" charset="0"/>
              </a:rPr>
              <a:t>sebelum membuat storyboard</a:t>
            </a:r>
            <a:endParaRPr lang="id-ID" sz="3600" b="1" dirty="0">
              <a:solidFill>
                <a:schemeClr val="bg1"/>
              </a:solidFill>
              <a:latin typeface="Boleh" pitchFamily="50" charset="0"/>
            </a:endParaRPr>
          </a:p>
        </p:txBody>
      </p:sp>
      <p:sp>
        <p:nvSpPr>
          <p:cNvPr id="3" name="Rectangle: Rounded Corners 2">
            <a:extLst>
              <a:ext uri="{FF2B5EF4-FFF2-40B4-BE49-F238E27FC236}">
                <a16:creationId xmlns:a16="http://schemas.microsoft.com/office/drawing/2014/main" id="{FB016ED5-A780-9FBE-C275-9C79E07E3A4C}"/>
              </a:ext>
            </a:extLst>
          </p:cNvPr>
          <p:cNvSpPr/>
          <p:nvPr/>
        </p:nvSpPr>
        <p:spPr>
          <a:xfrm>
            <a:off x="834970" y="2376952"/>
            <a:ext cx="5977309" cy="618816"/>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Membuat blank thumbnail storyboard</a:t>
            </a:r>
          </a:p>
        </p:txBody>
      </p:sp>
      <p:cxnSp>
        <p:nvCxnSpPr>
          <p:cNvPr id="7" name="Straight Connector 6">
            <a:extLst>
              <a:ext uri="{FF2B5EF4-FFF2-40B4-BE49-F238E27FC236}">
                <a16:creationId xmlns:a16="http://schemas.microsoft.com/office/drawing/2014/main" id="{787DB684-0F12-F82C-F5AC-639E999E5950}"/>
              </a:ext>
            </a:extLst>
          </p:cNvPr>
          <p:cNvCxnSpPr>
            <a:cxnSpLocks/>
          </p:cNvCxnSpPr>
          <p:nvPr/>
        </p:nvCxnSpPr>
        <p:spPr>
          <a:xfrm>
            <a:off x="7020732" y="1518834"/>
            <a:ext cx="2774197" cy="0"/>
          </a:xfrm>
          <a:prstGeom prst="line">
            <a:avLst/>
          </a:prstGeom>
          <a:ln w="76200">
            <a:solidFill>
              <a:srgbClr val="FFC86D"/>
            </a:solidFill>
          </a:ln>
        </p:spPr>
        <p:style>
          <a:lnRef idx="1">
            <a:schemeClr val="accent2"/>
          </a:lnRef>
          <a:fillRef idx="0">
            <a:schemeClr val="accent2"/>
          </a:fillRef>
          <a:effectRef idx="0">
            <a:schemeClr val="accent2"/>
          </a:effectRef>
          <a:fontRef idx="minor">
            <a:schemeClr val="tx1"/>
          </a:fontRef>
        </p:style>
      </p:cxnSp>
      <p:pic>
        <p:nvPicPr>
          <p:cNvPr id="5" name="Picture 4">
            <a:extLst>
              <a:ext uri="{FF2B5EF4-FFF2-40B4-BE49-F238E27FC236}">
                <a16:creationId xmlns:a16="http://schemas.microsoft.com/office/drawing/2014/main" id="{8164B18E-3CB9-4AA0-C9C9-73CD69F83261}"/>
              </a:ext>
            </a:extLst>
          </p:cNvPr>
          <p:cNvPicPr>
            <a:picLocks noChangeAspect="1"/>
          </p:cNvPicPr>
          <p:nvPr/>
        </p:nvPicPr>
        <p:blipFill>
          <a:blip r:embed="rId2">
            <a:extLst>
              <a:ext uri="{28A0092B-C50C-407E-A947-70E740481C1C}">
                <a14:useLocalDpi xmlns:a14="http://schemas.microsoft.com/office/drawing/2010/main" val="0"/>
              </a:ext>
            </a:extLst>
          </a:blip>
          <a:srcRect l="12327" t="29343" r="14335" b="2755"/>
          <a:stretch/>
        </p:blipFill>
        <p:spPr>
          <a:xfrm>
            <a:off x="628650" y="3134739"/>
            <a:ext cx="6929438" cy="3608961"/>
          </a:xfrm>
          <a:prstGeom prst="rect">
            <a:avLst/>
          </a:prstGeom>
        </p:spPr>
      </p:pic>
      <p:cxnSp>
        <p:nvCxnSpPr>
          <p:cNvPr id="11" name="Straight Arrow Connector 10">
            <a:extLst>
              <a:ext uri="{FF2B5EF4-FFF2-40B4-BE49-F238E27FC236}">
                <a16:creationId xmlns:a16="http://schemas.microsoft.com/office/drawing/2014/main" id="{9D682928-678D-7BF6-EEB5-4E01967E6E66}"/>
              </a:ext>
            </a:extLst>
          </p:cNvPr>
          <p:cNvCxnSpPr/>
          <p:nvPr/>
        </p:nvCxnSpPr>
        <p:spPr>
          <a:xfrm>
            <a:off x="7358062" y="5058729"/>
            <a:ext cx="700087"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7D334E1E-84FD-4437-8C62-DD20E5C82B90}"/>
              </a:ext>
            </a:extLst>
          </p:cNvPr>
          <p:cNvSpPr>
            <a:spLocks noGrp="1"/>
          </p:cNvSpPr>
          <p:nvPr>
            <p:ph idx="1"/>
          </p:nvPr>
        </p:nvSpPr>
        <p:spPr>
          <a:xfrm>
            <a:off x="8058150" y="4842637"/>
            <a:ext cx="1085850" cy="432195"/>
          </a:xfrm>
        </p:spPr>
        <p:txBody>
          <a:bodyPr>
            <a:normAutofit/>
          </a:bodyPr>
          <a:lstStyle/>
          <a:p>
            <a:pPr marL="0" indent="0">
              <a:buNone/>
            </a:pPr>
            <a:r>
              <a:rPr lang="id-ID" sz="2400" dirty="0">
                <a:solidFill>
                  <a:schemeClr val="bg1"/>
                </a:solidFill>
                <a:latin typeface="Vertiky" pitchFamily="2" charset="0"/>
              </a:rPr>
              <a:t>Panel</a:t>
            </a:r>
          </a:p>
        </p:txBody>
      </p:sp>
      <p:sp>
        <p:nvSpPr>
          <p:cNvPr id="13" name="Content Placeholder 2">
            <a:extLst>
              <a:ext uri="{FF2B5EF4-FFF2-40B4-BE49-F238E27FC236}">
                <a16:creationId xmlns:a16="http://schemas.microsoft.com/office/drawing/2014/main" id="{84C2AB9B-59BE-1110-6879-CF8ACD43DB3D}"/>
              </a:ext>
            </a:extLst>
          </p:cNvPr>
          <p:cNvSpPr txBox="1">
            <a:spLocks/>
          </p:cNvSpPr>
          <p:nvPr/>
        </p:nvSpPr>
        <p:spPr>
          <a:xfrm>
            <a:off x="8058149" y="5306991"/>
            <a:ext cx="3857626" cy="14791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d-ID" sz="1800" dirty="0">
                <a:solidFill>
                  <a:schemeClr val="bg1"/>
                </a:solidFill>
                <a:latin typeface="Vertiky" pitchFamily="2" charset="0"/>
              </a:rPr>
              <a:t>1 panel = 1 halaman</a:t>
            </a:r>
          </a:p>
          <a:p>
            <a:pPr marL="0" indent="0">
              <a:buFont typeface="Arial" panose="020B0604020202020204" pitchFamily="34" charset="0"/>
              <a:buNone/>
            </a:pPr>
            <a:r>
              <a:rPr lang="id-ID" sz="1800" dirty="0">
                <a:solidFill>
                  <a:schemeClr val="bg1"/>
                </a:solidFill>
                <a:latin typeface="Vertiky" pitchFamily="2" charset="0"/>
              </a:rPr>
              <a:t>1 spread = 2 panel</a:t>
            </a:r>
          </a:p>
          <a:p>
            <a:pPr marL="0" indent="0">
              <a:buFont typeface="Arial" panose="020B0604020202020204" pitchFamily="34" charset="0"/>
              <a:buNone/>
            </a:pPr>
            <a:r>
              <a:rPr lang="id-ID" sz="1800" dirty="0">
                <a:solidFill>
                  <a:schemeClr val="bg1"/>
                </a:solidFill>
                <a:latin typeface="Vertiky" pitchFamily="2" charset="0"/>
              </a:rPr>
              <a:t>	= 2 halaman buku terbuka</a:t>
            </a:r>
          </a:p>
        </p:txBody>
      </p:sp>
      <p:pic>
        <p:nvPicPr>
          <p:cNvPr id="6" name="Picture 5">
            <a:extLst>
              <a:ext uri="{FF2B5EF4-FFF2-40B4-BE49-F238E27FC236}">
                <a16:creationId xmlns:a16="http://schemas.microsoft.com/office/drawing/2014/main" id="{E9A67682-8D67-8BC3-0C5A-1C9DB13BE511}"/>
              </a:ext>
            </a:extLst>
          </p:cNvPr>
          <p:cNvPicPr>
            <a:picLocks noChangeAspect="1"/>
          </p:cNvPicPr>
          <p:nvPr/>
        </p:nvPicPr>
        <p:blipFill>
          <a:blip r:embed="rId3"/>
          <a:srcRect t="6055" b="1"/>
          <a:stretch/>
        </p:blipFill>
        <p:spPr>
          <a:xfrm>
            <a:off x="7866116" y="2347128"/>
            <a:ext cx="3857626" cy="2319192"/>
          </a:xfrm>
          <a:prstGeom prst="rect">
            <a:avLst/>
          </a:prstGeom>
        </p:spPr>
      </p:pic>
      <p:sp>
        <p:nvSpPr>
          <p:cNvPr id="8" name="Rectangle 7">
            <a:extLst>
              <a:ext uri="{FF2B5EF4-FFF2-40B4-BE49-F238E27FC236}">
                <a16:creationId xmlns:a16="http://schemas.microsoft.com/office/drawing/2014/main" id="{72E4FAAF-D669-EB1E-8B0B-ADB60AFAAF56}"/>
              </a:ext>
            </a:extLst>
          </p:cNvPr>
          <p:cNvSpPr/>
          <p:nvPr/>
        </p:nvSpPr>
        <p:spPr>
          <a:xfrm>
            <a:off x="8058149" y="2387704"/>
            <a:ext cx="1736780" cy="2150068"/>
          </a:xfrm>
          <a:prstGeom prst="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20148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0C9F-666E-BC71-DE35-FFB0239466ED}"/>
              </a:ext>
            </a:extLst>
          </p:cNvPr>
          <p:cNvSpPr>
            <a:spLocks noGrp="1"/>
          </p:cNvSpPr>
          <p:nvPr>
            <p:ph type="title"/>
          </p:nvPr>
        </p:nvSpPr>
        <p:spPr>
          <a:xfrm>
            <a:off x="838200" y="147923"/>
            <a:ext cx="10515600" cy="1325563"/>
          </a:xfrm>
        </p:spPr>
        <p:txBody>
          <a:bodyPr>
            <a:normAutofit/>
          </a:bodyPr>
          <a:lstStyle/>
          <a:p>
            <a:pPr algn="ctr"/>
            <a:r>
              <a:rPr lang="id-ID" sz="3600" dirty="0">
                <a:solidFill>
                  <a:schemeClr val="bg1"/>
                </a:solidFill>
                <a:latin typeface="Boleh" pitchFamily="50" charset="0"/>
              </a:rPr>
              <a:t>Contoh Storyboard</a:t>
            </a:r>
          </a:p>
        </p:txBody>
      </p:sp>
      <p:grpSp>
        <p:nvGrpSpPr>
          <p:cNvPr id="4" name="Group 3">
            <a:extLst>
              <a:ext uri="{FF2B5EF4-FFF2-40B4-BE49-F238E27FC236}">
                <a16:creationId xmlns:a16="http://schemas.microsoft.com/office/drawing/2014/main" id="{70C2D0BB-0515-CFEC-C998-F5CB979C8FF3}"/>
              </a:ext>
            </a:extLst>
          </p:cNvPr>
          <p:cNvGrpSpPr/>
          <p:nvPr/>
        </p:nvGrpSpPr>
        <p:grpSpPr>
          <a:xfrm>
            <a:off x="885100" y="1259001"/>
            <a:ext cx="10126618" cy="498685"/>
            <a:chOff x="249647" y="2615619"/>
            <a:chExt cx="10126618" cy="568291"/>
          </a:xfrm>
        </p:grpSpPr>
        <p:sp>
          <p:nvSpPr>
            <p:cNvPr id="5" name="Rectangle: Rounded Corners 4">
              <a:extLst>
                <a:ext uri="{FF2B5EF4-FFF2-40B4-BE49-F238E27FC236}">
                  <a16:creationId xmlns:a16="http://schemas.microsoft.com/office/drawing/2014/main" id="{F4F6AF3F-4B2E-8FB9-3602-257D50A6526F}"/>
                </a:ext>
              </a:extLst>
            </p:cNvPr>
            <p:cNvSpPr/>
            <p:nvPr/>
          </p:nvSpPr>
          <p:spPr>
            <a:xfrm>
              <a:off x="249647" y="2615619"/>
              <a:ext cx="3330461"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Super rough sketch</a:t>
              </a:r>
            </a:p>
          </p:txBody>
        </p:sp>
        <p:sp>
          <p:nvSpPr>
            <p:cNvPr id="6" name="Rectangle: Rounded Corners 5">
              <a:extLst>
                <a:ext uri="{FF2B5EF4-FFF2-40B4-BE49-F238E27FC236}">
                  <a16:creationId xmlns:a16="http://schemas.microsoft.com/office/drawing/2014/main" id="{BC38D492-CED2-F03F-9424-C738AAF97ED7}"/>
                </a:ext>
              </a:extLst>
            </p:cNvPr>
            <p:cNvSpPr/>
            <p:nvPr/>
          </p:nvSpPr>
          <p:spPr>
            <a:xfrm>
              <a:off x="4333000" y="2615619"/>
              <a:ext cx="2481666"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Rough sketch</a:t>
              </a:r>
            </a:p>
          </p:txBody>
        </p:sp>
        <p:sp>
          <p:nvSpPr>
            <p:cNvPr id="7" name="Rectangle: Rounded Corners 6">
              <a:extLst>
                <a:ext uri="{FF2B5EF4-FFF2-40B4-BE49-F238E27FC236}">
                  <a16:creationId xmlns:a16="http://schemas.microsoft.com/office/drawing/2014/main" id="{FBA30D78-AA23-08E0-D136-B6589DB401D9}"/>
                </a:ext>
              </a:extLst>
            </p:cNvPr>
            <p:cNvSpPr/>
            <p:nvPr/>
          </p:nvSpPr>
          <p:spPr>
            <a:xfrm>
              <a:off x="7894599" y="2625971"/>
              <a:ext cx="2481666" cy="557939"/>
            </a:xfrm>
            <a:prstGeom prst="roundRect">
              <a:avLst/>
            </a:prstGeom>
            <a:solidFill>
              <a:srgbClr val="FFFF66"/>
            </a:solidFill>
            <a:ln w="57150">
              <a:solidFill>
                <a:srgbClr val="FFFF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800" b="1" dirty="0">
                  <a:solidFill>
                    <a:schemeClr val="accent6">
                      <a:lumMod val="50000"/>
                    </a:schemeClr>
                  </a:solidFill>
                  <a:latin typeface="Vertiky" pitchFamily="2" charset="0"/>
                </a:rPr>
                <a:t>Refined sketch</a:t>
              </a:r>
            </a:p>
          </p:txBody>
        </p:sp>
      </p:grpSp>
      <p:pic>
        <p:nvPicPr>
          <p:cNvPr id="8" name="Picture 7">
            <a:extLst>
              <a:ext uri="{FF2B5EF4-FFF2-40B4-BE49-F238E27FC236}">
                <a16:creationId xmlns:a16="http://schemas.microsoft.com/office/drawing/2014/main" id="{943C89B4-DFF2-77D3-EB2A-E7A49C28F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5484" y="1913554"/>
            <a:ext cx="3426216" cy="2425352"/>
          </a:xfrm>
          <a:prstGeom prst="rect">
            <a:avLst/>
          </a:prstGeom>
        </p:spPr>
      </p:pic>
      <p:pic>
        <p:nvPicPr>
          <p:cNvPr id="10" name="Picture 9">
            <a:extLst>
              <a:ext uri="{FF2B5EF4-FFF2-40B4-BE49-F238E27FC236}">
                <a16:creationId xmlns:a16="http://schemas.microsoft.com/office/drawing/2014/main" id="{5DF0321B-7F42-36DF-7E27-F2A1133A2C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715" y="1913554"/>
            <a:ext cx="3539230" cy="1990817"/>
          </a:xfrm>
          <a:prstGeom prst="rect">
            <a:avLst/>
          </a:prstGeom>
        </p:spPr>
      </p:pic>
      <p:pic>
        <p:nvPicPr>
          <p:cNvPr id="12" name="Picture 11">
            <a:extLst>
              <a:ext uri="{FF2B5EF4-FFF2-40B4-BE49-F238E27FC236}">
                <a16:creationId xmlns:a16="http://schemas.microsoft.com/office/drawing/2014/main" id="{AFDF7BBC-BCB0-4DFE-0BA0-D96E255CFC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5484" y="4503858"/>
            <a:ext cx="3426215" cy="1943355"/>
          </a:xfrm>
          <a:prstGeom prst="rect">
            <a:avLst/>
          </a:prstGeom>
        </p:spPr>
      </p:pic>
      <p:pic>
        <p:nvPicPr>
          <p:cNvPr id="14" name="Picture 13">
            <a:extLst>
              <a:ext uri="{FF2B5EF4-FFF2-40B4-BE49-F238E27FC236}">
                <a16:creationId xmlns:a16="http://schemas.microsoft.com/office/drawing/2014/main" id="{9102B421-5F66-569A-F6B6-1754FFAA3B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0715" y="4039575"/>
            <a:ext cx="3539230" cy="2407639"/>
          </a:xfrm>
          <a:prstGeom prst="rect">
            <a:avLst/>
          </a:prstGeom>
        </p:spPr>
      </p:pic>
      <p:pic>
        <p:nvPicPr>
          <p:cNvPr id="16" name="Picture 15">
            <a:extLst>
              <a:ext uri="{FF2B5EF4-FFF2-40B4-BE49-F238E27FC236}">
                <a16:creationId xmlns:a16="http://schemas.microsoft.com/office/drawing/2014/main" id="{2D90A8F5-DFFE-B989-26F5-363CC351133B}"/>
              </a:ext>
            </a:extLst>
          </p:cNvPr>
          <p:cNvPicPr>
            <a:picLocks noChangeAspect="1"/>
          </p:cNvPicPr>
          <p:nvPr/>
        </p:nvPicPr>
        <p:blipFill>
          <a:blip r:embed="rId6">
            <a:extLst>
              <a:ext uri="{28A0092B-C50C-407E-A947-70E740481C1C}">
                <a14:useLocalDpi xmlns:a14="http://schemas.microsoft.com/office/drawing/2010/main" val="0"/>
              </a:ext>
            </a:extLst>
          </a:blip>
          <a:srcRect l="4413" t="6323" r="3457" b="4776"/>
          <a:stretch/>
        </p:blipFill>
        <p:spPr>
          <a:xfrm>
            <a:off x="8197238" y="1913554"/>
            <a:ext cx="3156562" cy="2302789"/>
          </a:xfrm>
          <a:prstGeom prst="rect">
            <a:avLst/>
          </a:prstGeom>
        </p:spPr>
      </p:pic>
      <p:pic>
        <p:nvPicPr>
          <p:cNvPr id="18" name="Picture 17">
            <a:extLst>
              <a:ext uri="{FF2B5EF4-FFF2-40B4-BE49-F238E27FC236}">
                <a16:creationId xmlns:a16="http://schemas.microsoft.com/office/drawing/2014/main" id="{2F617B73-10F5-5902-3020-204D03FCA84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97238" y="4338907"/>
            <a:ext cx="3156562" cy="2121553"/>
          </a:xfrm>
          <a:prstGeom prst="rect">
            <a:avLst/>
          </a:prstGeom>
        </p:spPr>
      </p:pic>
      <p:sp>
        <p:nvSpPr>
          <p:cNvPr id="19" name="Content Placeholder 2">
            <a:extLst>
              <a:ext uri="{FF2B5EF4-FFF2-40B4-BE49-F238E27FC236}">
                <a16:creationId xmlns:a16="http://schemas.microsoft.com/office/drawing/2014/main" id="{C39AB715-23E1-0D1F-D2D6-5C4E1CD31C21}"/>
              </a:ext>
            </a:extLst>
          </p:cNvPr>
          <p:cNvSpPr txBox="1">
            <a:spLocks/>
          </p:cNvSpPr>
          <p:nvPr/>
        </p:nvSpPr>
        <p:spPr>
          <a:xfrm>
            <a:off x="780715" y="6481473"/>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3785678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C10702-9139-BA3A-2387-7D07004D7164}"/>
              </a:ext>
            </a:extLst>
          </p:cNvPr>
          <p:cNvPicPr>
            <a:picLocks noChangeAspect="1"/>
          </p:cNvPicPr>
          <p:nvPr/>
        </p:nvPicPr>
        <p:blipFill>
          <a:blip r:embed="rId2">
            <a:extLst>
              <a:ext uri="{28A0092B-C50C-407E-A947-70E740481C1C}">
                <a14:useLocalDpi xmlns:a14="http://schemas.microsoft.com/office/drawing/2010/main" val="0"/>
              </a:ext>
            </a:extLst>
          </a:blip>
          <a:srcRect t="11042" b="7500"/>
          <a:stretch/>
        </p:blipFill>
        <p:spPr>
          <a:xfrm>
            <a:off x="1676673" y="567353"/>
            <a:ext cx="8838653" cy="5090497"/>
          </a:xfrm>
          <a:prstGeom prst="rect">
            <a:avLst/>
          </a:prstGeom>
        </p:spPr>
      </p:pic>
      <p:sp>
        <p:nvSpPr>
          <p:cNvPr id="2" name="Content Placeholder 2">
            <a:extLst>
              <a:ext uri="{FF2B5EF4-FFF2-40B4-BE49-F238E27FC236}">
                <a16:creationId xmlns:a16="http://schemas.microsoft.com/office/drawing/2014/main" id="{CE0A5BD9-2F26-050D-B9E1-38B1EE715929}"/>
              </a:ext>
            </a:extLst>
          </p:cNvPr>
          <p:cNvSpPr txBox="1">
            <a:spLocks/>
          </p:cNvSpPr>
          <p:nvPr/>
        </p:nvSpPr>
        <p:spPr>
          <a:xfrm>
            <a:off x="1566118" y="5672137"/>
            <a:ext cx="9059761" cy="9209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d-ID" sz="1600" dirty="0">
                <a:solidFill>
                  <a:schemeClr val="bg1"/>
                </a:solidFill>
                <a:latin typeface="Vertiky" pitchFamily="2" charset="0"/>
              </a:rPr>
              <a:t>Membuat storyboard, urutannnya tidak saklek harus selesai mencari moodboard secara keseluruhan baru storyboard, bisa juga sambil jalan. Dan storyboard juga bisa langsung dibuat di canvas spread dengan ukuran sebenarnya, lalu digabungkan menjadi 1 canvas untuk sketsa secara keseluruhan, untuk efisiensi waktu. Dengan catatan kita sudah tergambar dengan sketsa tiap halamannya</a:t>
            </a:r>
          </a:p>
        </p:txBody>
      </p:sp>
    </p:spTree>
    <p:extLst>
      <p:ext uri="{BB962C8B-B14F-4D97-AF65-F5344CB8AC3E}">
        <p14:creationId xmlns:p14="http://schemas.microsoft.com/office/powerpoint/2010/main" val="218582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3F45BBD-D670-84A1-976D-41242531F8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094" y="693399"/>
            <a:ext cx="10691812" cy="5471201"/>
          </a:xfrm>
          <a:prstGeom prst="rect">
            <a:avLst/>
          </a:prstGeom>
        </p:spPr>
      </p:pic>
      <p:sp>
        <p:nvSpPr>
          <p:cNvPr id="9" name="Rectangle 8">
            <a:extLst>
              <a:ext uri="{FF2B5EF4-FFF2-40B4-BE49-F238E27FC236}">
                <a16:creationId xmlns:a16="http://schemas.microsoft.com/office/drawing/2014/main" id="{6F59A669-E6F8-5D37-F90A-5E49E36D45E1}"/>
              </a:ext>
            </a:extLst>
          </p:cNvPr>
          <p:cNvSpPr/>
          <p:nvPr/>
        </p:nvSpPr>
        <p:spPr>
          <a:xfrm>
            <a:off x="750094" y="693399"/>
            <a:ext cx="10691812" cy="5471201"/>
          </a:xfrm>
          <a:prstGeom prst="rect">
            <a:avLst/>
          </a:prstGeom>
          <a:noFill/>
          <a:ln w="76200">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a:extLst>
              <a:ext uri="{FF2B5EF4-FFF2-40B4-BE49-F238E27FC236}">
                <a16:creationId xmlns:a16="http://schemas.microsoft.com/office/drawing/2014/main" id="{858E08ED-AD28-D1D4-9D38-C0A2438469D8}"/>
              </a:ext>
            </a:extLst>
          </p:cNvPr>
          <p:cNvSpPr/>
          <p:nvPr/>
        </p:nvSpPr>
        <p:spPr>
          <a:xfrm>
            <a:off x="1188244" y="1117262"/>
            <a:ext cx="4641056" cy="4626313"/>
          </a:xfrm>
          <a:prstGeom prst="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0D7CBD08-74EB-9242-40C4-74E4C693F4EB}"/>
              </a:ext>
            </a:extLst>
          </p:cNvPr>
          <p:cNvSpPr/>
          <p:nvPr/>
        </p:nvSpPr>
        <p:spPr>
          <a:xfrm>
            <a:off x="6362702" y="1115336"/>
            <a:ext cx="4641056" cy="4626313"/>
          </a:xfrm>
          <a:prstGeom prst="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Content Placeholder 2">
            <a:extLst>
              <a:ext uri="{FF2B5EF4-FFF2-40B4-BE49-F238E27FC236}">
                <a16:creationId xmlns:a16="http://schemas.microsoft.com/office/drawing/2014/main" id="{00DDF574-E36E-EAC2-31B2-F96249A01952}"/>
              </a:ext>
            </a:extLst>
          </p:cNvPr>
          <p:cNvSpPr>
            <a:spLocks noGrp="1"/>
          </p:cNvSpPr>
          <p:nvPr>
            <p:ph idx="1"/>
          </p:nvPr>
        </p:nvSpPr>
        <p:spPr>
          <a:xfrm>
            <a:off x="1534791" y="6371433"/>
            <a:ext cx="9150993" cy="601663"/>
          </a:xfrm>
        </p:spPr>
        <p:txBody>
          <a:bodyPr>
            <a:normAutofit/>
          </a:bodyPr>
          <a:lstStyle/>
          <a:p>
            <a:pPr marL="0" indent="0" algn="ctr">
              <a:buNone/>
            </a:pPr>
            <a:r>
              <a:rPr lang="id-ID" sz="1400" dirty="0">
                <a:solidFill>
                  <a:schemeClr val="bg1"/>
                </a:solidFill>
                <a:latin typeface="Vertiky" pitchFamily="2" charset="0"/>
              </a:rPr>
              <a:t>Petualangan Besar Si Kecil Kalu – by Sebingkisah (Writer) x Athiya (illustrator)</a:t>
            </a:r>
          </a:p>
        </p:txBody>
      </p:sp>
    </p:spTree>
    <p:extLst>
      <p:ext uri="{BB962C8B-B14F-4D97-AF65-F5344CB8AC3E}">
        <p14:creationId xmlns:p14="http://schemas.microsoft.com/office/powerpoint/2010/main" val="6200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343A51-6D03-8015-91AD-70334342ADF8}"/>
              </a:ext>
            </a:extLst>
          </p:cNvPr>
          <p:cNvSpPr>
            <a:spLocks noGrp="1"/>
          </p:cNvSpPr>
          <p:nvPr>
            <p:ph idx="1"/>
          </p:nvPr>
        </p:nvSpPr>
        <p:spPr>
          <a:xfrm>
            <a:off x="838200" y="2112962"/>
            <a:ext cx="10515600" cy="2632075"/>
          </a:xfrm>
        </p:spPr>
        <p:txBody>
          <a:bodyPr/>
          <a:lstStyle/>
          <a:p>
            <a:pPr marL="0" indent="0" algn="ctr">
              <a:buNone/>
            </a:pPr>
            <a:r>
              <a:rPr lang="id-ID" sz="3200" dirty="0">
                <a:solidFill>
                  <a:schemeClr val="bg1"/>
                </a:solidFill>
                <a:latin typeface="Boleh" pitchFamily="50" charset="0"/>
              </a:rPr>
              <a:t>Ibaratkan</a:t>
            </a:r>
          </a:p>
          <a:p>
            <a:pPr marL="0" indent="0" algn="ctr">
              <a:buNone/>
            </a:pPr>
            <a:r>
              <a:rPr lang="id-ID" dirty="0">
                <a:solidFill>
                  <a:schemeClr val="bg1"/>
                </a:solidFill>
                <a:latin typeface="Vertiky" pitchFamily="2" charset="0"/>
              </a:rPr>
              <a:t>Ilustrator adalah sutradara film dan </a:t>
            </a:r>
            <a:br>
              <a:rPr lang="id-ID" dirty="0">
                <a:solidFill>
                  <a:schemeClr val="bg1"/>
                </a:solidFill>
                <a:latin typeface="Vertiky" pitchFamily="2" charset="0"/>
              </a:rPr>
            </a:br>
            <a:r>
              <a:rPr lang="id-ID" dirty="0">
                <a:solidFill>
                  <a:schemeClr val="bg1"/>
                </a:solidFill>
                <a:latin typeface="Vertiky" pitchFamily="2" charset="0"/>
              </a:rPr>
              <a:t>membuat buku cerita anak sama dengan produksi film layar lebar, Sehingga kita akan lebih mudah menentukan jenis sudut pandang, shot dan komposisi ilustrasi.</a:t>
            </a:r>
          </a:p>
          <a:p>
            <a:pPr marL="0" indent="0" algn="ctr">
              <a:buNone/>
            </a:pPr>
            <a:r>
              <a:rPr lang="id-ID" sz="1600" dirty="0">
                <a:solidFill>
                  <a:schemeClr val="bg1"/>
                </a:solidFill>
                <a:latin typeface="Vertiky" pitchFamily="2" charset="0"/>
              </a:rPr>
              <a:t>-Kang Herry-</a:t>
            </a:r>
          </a:p>
        </p:txBody>
      </p:sp>
    </p:spTree>
    <p:extLst>
      <p:ext uri="{BB962C8B-B14F-4D97-AF65-F5344CB8AC3E}">
        <p14:creationId xmlns:p14="http://schemas.microsoft.com/office/powerpoint/2010/main" val="3841302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D903-4D16-1D8D-597B-0034C486D861}"/>
              </a:ext>
            </a:extLst>
          </p:cNvPr>
          <p:cNvSpPr>
            <a:spLocks noGrp="1"/>
          </p:cNvSpPr>
          <p:nvPr>
            <p:ph type="title"/>
          </p:nvPr>
        </p:nvSpPr>
        <p:spPr>
          <a:xfrm>
            <a:off x="254429" y="698828"/>
            <a:ext cx="11683142" cy="1325563"/>
          </a:xfrm>
        </p:spPr>
        <p:txBody>
          <a:bodyPr>
            <a:normAutofit/>
          </a:bodyPr>
          <a:lstStyle/>
          <a:p>
            <a:pPr algn="ctr"/>
            <a:r>
              <a:rPr lang="id-ID" sz="3600" dirty="0">
                <a:solidFill>
                  <a:schemeClr val="bg1"/>
                </a:solidFill>
                <a:latin typeface="Boleh" pitchFamily="50" charset="0"/>
              </a:rPr>
              <a:t>4. Point penting dalam </a:t>
            </a:r>
            <a:br>
              <a:rPr lang="id-ID" sz="3600" dirty="0">
                <a:solidFill>
                  <a:schemeClr val="bg1"/>
                </a:solidFill>
                <a:latin typeface="Boleh" pitchFamily="50" charset="0"/>
              </a:rPr>
            </a:br>
            <a:r>
              <a:rPr lang="id-ID" sz="3600" dirty="0">
                <a:solidFill>
                  <a:schemeClr val="bg1"/>
                </a:solidFill>
                <a:latin typeface="Boleh" pitchFamily="50" charset="0"/>
              </a:rPr>
              <a:t>pembuatan storyboard</a:t>
            </a:r>
          </a:p>
        </p:txBody>
      </p:sp>
      <p:sp>
        <p:nvSpPr>
          <p:cNvPr id="7" name="Title 1">
            <a:extLst>
              <a:ext uri="{FF2B5EF4-FFF2-40B4-BE49-F238E27FC236}">
                <a16:creationId xmlns:a16="http://schemas.microsoft.com/office/drawing/2014/main" id="{A701B3BF-DD9B-4FF8-42BF-42355BC162A5}"/>
              </a:ext>
            </a:extLst>
          </p:cNvPr>
          <p:cNvSpPr txBox="1">
            <a:spLocks/>
          </p:cNvSpPr>
          <p:nvPr/>
        </p:nvSpPr>
        <p:spPr>
          <a:xfrm>
            <a:off x="9211160" y="1557303"/>
            <a:ext cx="2726411" cy="12005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id-ID" sz="1800" dirty="0">
              <a:solidFill>
                <a:schemeClr val="bg1"/>
              </a:solidFill>
              <a:latin typeface="Boleh" pitchFamily="50" charset="0"/>
            </a:endParaRPr>
          </a:p>
        </p:txBody>
      </p:sp>
      <p:grpSp>
        <p:nvGrpSpPr>
          <p:cNvPr id="3" name="Group 2">
            <a:extLst>
              <a:ext uri="{FF2B5EF4-FFF2-40B4-BE49-F238E27FC236}">
                <a16:creationId xmlns:a16="http://schemas.microsoft.com/office/drawing/2014/main" id="{A2F1C764-837A-B355-FC35-26AA3331D599}"/>
              </a:ext>
            </a:extLst>
          </p:cNvPr>
          <p:cNvGrpSpPr/>
          <p:nvPr/>
        </p:nvGrpSpPr>
        <p:grpSpPr>
          <a:xfrm>
            <a:off x="8702559" y="2012472"/>
            <a:ext cx="3070341" cy="4369991"/>
            <a:chOff x="9022599" y="2583474"/>
            <a:chExt cx="2914972" cy="3302833"/>
          </a:xfrm>
        </p:grpSpPr>
        <p:sp>
          <p:nvSpPr>
            <p:cNvPr id="8" name="Rectangle: Rounded Corners 7">
              <a:extLst>
                <a:ext uri="{FF2B5EF4-FFF2-40B4-BE49-F238E27FC236}">
                  <a16:creationId xmlns:a16="http://schemas.microsoft.com/office/drawing/2014/main" id="{57FF897D-3A24-B3E4-3863-E58CF57E59E2}"/>
                </a:ext>
              </a:extLst>
            </p:cNvPr>
            <p:cNvSpPr/>
            <p:nvPr/>
          </p:nvSpPr>
          <p:spPr>
            <a:xfrm>
              <a:off x="9022599" y="2583474"/>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a</a:t>
              </a:r>
            </a:p>
          </p:txBody>
        </p:sp>
        <p:sp>
          <p:nvSpPr>
            <p:cNvPr id="9" name="Rectangle: Rounded Corners 8">
              <a:extLst>
                <a:ext uri="{FF2B5EF4-FFF2-40B4-BE49-F238E27FC236}">
                  <a16:creationId xmlns:a16="http://schemas.microsoft.com/office/drawing/2014/main" id="{A12D6BA9-985D-4D38-CD6A-B67AD4EA6D25}"/>
                </a:ext>
              </a:extLst>
            </p:cNvPr>
            <p:cNvSpPr/>
            <p:nvPr/>
          </p:nvSpPr>
          <p:spPr>
            <a:xfrm>
              <a:off x="9650278" y="2583474"/>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Flow visual</a:t>
              </a:r>
            </a:p>
          </p:txBody>
        </p:sp>
        <p:sp>
          <p:nvSpPr>
            <p:cNvPr id="10" name="Rectangle: Rounded Corners 9">
              <a:extLst>
                <a:ext uri="{FF2B5EF4-FFF2-40B4-BE49-F238E27FC236}">
                  <a16:creationId xmlns:a16="http://schemas.microsoft.com/office/drawing/2014/main" id="{88F36E7C-263C-5A38-A02C-563933583D3F}"/>
                </a:ext>
              </a:extLst>
            </p:cNvPr>
            <p:cNvSpPr/>
            <p:nvPr/>
          </p:nvSpPr>
          <p:spPr>
            <a:xfrm>
              <a:off x="9022599" y="2997062"/>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b</a:t>
              </a:r>
            </a:p>
          </p:txBody>
        </p:sp>
        <p:sp>
          <p:nvSpPr>
            <p:cNvPr id="11" name="Rectangle: Rounded Corners 10">
              <a:extLst>
                <a:ext uri="{FF2B5EF4-FFF2-40B4-BE49-F238E27FC236}">
                  <a16:creationId xmlns:a16="http://schemas.microsoft.com/office/drawing/2014/main" id="{1474552B-B314-57EF-6D48-14BB218F666F}"/>
                </a:ext>
              </a:extLst>
            </p:cNvPr>
            <p:cNvSpPr/>
            <p:nvPr/>
          </p:nvSpPr>
          <p:spPr>
            <a:xfrm>
              <a:off x="9650278" y="2997062"/>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Perspektif</a:t>
              </a:r>
            </a:p>
          </p:txBody>
        </p:sp>
        <p:sp>
          <p:nvSpPr>
            <p:cNvPr id="12" name="Rectangle: Rounded Corners 11">
              <a:extLst>
                <a:ext uri="{FF2B5EF4-FFF2-40B4-BE49-F238E27FC236}">
                  <a16:creationId xmlns:a16="http://schemas.microsoft.com/office/drawing/2014/main" id="{B050AE5E-0EC7-C8D6-33E3-3648CD209838}"/>
                </a:ext>
              </a:extLst>
            </p:cNvPr>
            <p:cNvSpPr/>
            <p:nvPr/>
          </p:nvSpPr>
          <p:spPr>
            <a:xfrm>
              <a:off x="9022599" y="3416676"/>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c</a:t>
              </a:r>
            </a:p>
          </p:txBody>
        </p:sp>
        <p:sp>
          <p:nvSpPr>
            <p:cNvPr id="13" name="Rectangle: Rounded Corners 12">
              <a:extLst>
                <a:ext uri="{FF2B5EF4-FFF2-40B4-BE49-F238E27FC236}">
                  <a16:creationId xmlns:a16="http://schemas.microsoft.com/office/drawing/2014/main" id="{D4EBF0C6-1DC4-E2E3-DBE9-86BFEFDEAF68}"/>
                </a:ext>
              </a:extLst>
            </p:cNvPr>
            <p:cNvSpPr/>
            <p:nvPr/>
          </p:nvSpPr>
          <p:spPr>
            <a:xfrm>
              <a:off x="9650278" y="3416676"/>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Shot</a:t>
              </a:r>
            </a:p>
          </p:txBody>
        </p:sp>
        <p:sp>
          <p:nvSpPr>
            <p:cNvPr id="14" name="Rectangle: Rounded Corners 13">
              <a:extLst>
                <a:ext uri="{FF2B5EF4-FFF2-40B4-BE49-F238E27FC236}">
                  <a16:creationId xmlns:a16="http://schemas.microsoft.com/office/drawing/2014/main" id="{056615EC-270B-EDFE-F817-6FD67411D810}"/>
                </a:ext>
              </a:extLst>
            </p:cNvPr>
            <p:cNvSpPr/>
            <p:nvPr/>
          </p:nvSpPr>
          <p:spPr>
            <a:xfrm>
              <a:off x="9022599" y="3830264"/>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d</a:t>
              </a:r>
            </a:p>
          </p:txBody>
        </p:sp>
        <p:sp>
          <p:nvSpPr>
            <p:cNvPr id="15" name="Rectangle: Rounded Corners 14">
              <a:extLst>
                <a:ext uri="{FF2B5EF4-FFF2-40B4-BE49-F238E27FC236}">
                  <a16:creationId xmlns:a16="http://schemas.microsoft.com/office/drawing/2014/main" id="{5824EA4A-0095-969D-934B-B53F272FA26C}"/>
                </a:ext>
              </a:extLst>
            </p:cNvPr>
            <p:cNvSpPr/>
            <p:nvPr/>
          </p:nvSpPr>
          <p:spPr>
            <a:xfrm>
              <a:off x="9650278" y="3830264"/>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Komposisi</a:t>
              </a:r>
            </a:p>
          </p:txBody>
        </p:sp>
        <p:sp>
          <p:nvSpPr>
            <p:cNvPr id="16" name="Rectangle: Rounded Corners 15">
              <a:extLst>
                <a:ext uri="{FF2B5EF4-FFF2-40B4-BE49-F238E27FC236}">
                  <a16:creationId xmlns:a16="http://schemas.microsoft.com/office/drawing/2014/main" id="{47CF9C3A-A16E-C653-2566-7642C20D0A38}"/>
                </a:ext>
              </a:extLst>
            </p:cNvPr>
            <p:cNvSpPr/>
            <p:nvPr/>
          </p:nvSpPr>
          <p:spPr>
            <a:xfrm>
              <a:off x="9022599" y="4274727"/>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e</a:t>
              </a:r>
            </a:p>
          </p:txBody>
        </p:sp>
        <p:sp>
          <p:nvSpPr>
            <p:cNvPr id="17" name="Rectangle: Rounded Corners 16">
              <a:extLst>
                <a:ext uri="{FF2B5EF4-FFF2-40B4-BE49-F238E27FC236}">
                  <a16:creationId xmlns:a16="http://schemas.microsoft.com/office/drawing/2014/main" id="{C29EAD8B-4B63-6926-AB74-1AE6E80AD81E}"/>
                </a:ext>
              </a:extLst>
            </p:cNvPr>
            <p:cNvSpPr/>
            <p:nvPr/>
          </p:nvSpPr>
          <p:spPr>
            <a:xfrm>
              <a:off x="9650278" y="5103768"/>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Jenis halaman</a:t>
              </a:r>
            </a:p>
          </p:txBody>
        </p:sp>
        <p:sp>
          <p:nvSpPr>
            <p:cNvPr id="18" name="Rectangle: Rounded Corners 17">
              <a:extLst>
                <a:ext uri="{FF2B5EF4-FFF2-40B4-BE49-F238E27FC236}">
                  <a16:creationId xmlns:a16="http://schemas.microsoft.com/office/drawing/2014/main" id="{6FDF843B-DA3C-13F1-541B-5BCC3B6626A7}"/>
                </a:ext>
              </a:extLst>
            </p:cNvPr>
            <p:cNvSpPr/>
            <p:nvPr/>
          </p:nvSpPr>
          <p:spPr>
            <a:xfrm>
              <a:off x="9022599" y="4688315"/>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f</a:t>
              </a:r>
            </a:p>
          </p:txBody>
        </p:sp>
        <p:sp>
          <p:nvSpPr>
            <p:cNvPr id="19" name="Rectangle: Rounded Corners 18">
              <a:extLst>
                <a:ext uri="{FF2B5EF4-FFF2-40B4-BE49-F238E27FC236}">
                  <a16:creationId xmlns:a16="http://schemas.microsoft.com/office/drawing/2014/main" id="{9D97743C-3189-30EB-28E3-68A97DBD4B81}"/>
                </a:ext>
              </a:extLst>
            </p:cNvPr>
            <p:cNvSpPr/>
            <p:nvPr/>
          </p:nvSpPr>
          <p:spPr>
            <a:xfrm>
              <a:off x="9650278" y="5521517"/>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Layout</a:t>
              </a:r>
            </a:p>
          </p:txBody>
        </p:sp>
        <p:sp>
          <p:nvSpPr>
            <p:cNvPr id="20" name="Rectangle: Rounded Corners 19">
              <a:extLst>
                <a:ext uri="{FF2B5EF4-FFF2-40B4-BE49-F238E27FC236}">
                  <a16:creationId xmlns:a16="http://schemas.microsoft.com/office/drawing/2014/main" id="{9D2AC9E5-0321-211F-03CE-D43AC1EC0D6E}"/>
                </a:ext>
              </a:extLst>
            </p:cNvPr>
            <p:cNvSpPr/>
            <p:nvPr/>
          </p:nvSpPr>
          <p:spPr>
            <a:xfrm>
              <a:off x="9022599" y="5107929"/>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g</a:t>
              </a:r>
            </a:p>
          </p:txBody>
        </p:sp>
        <p:sp>
          <p:nvSpPr>
            <p:cNvPr id="21" name="Rectangle: Rounded Corners 20">
              <a:extLst>
                <a:ext uri="{FF2B5EF4-FFF2-40B4-BE49-F238E27FC236}">
                  <a16:creationId xmlns:a16="http://schemas.microsoft.com/office/drawing/2014/main" id="{E3597415-5E25-42D6-D705-6B766DF8EF3F}"/>
                </a:ext>
              </a:extLst>
            </p:cNvPr>
            <p:cNvSpPr/>
            <p:nvPr/>
          </p:nvSpPr>
          <p:spPr>
            <a:xfrm>
              <a:off x="9650278" y="4278676"/>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Focal point</a:t>
              </a:r>
            </a:p>
          </p:txBody>
        </p:sp>
        <p:sp>
          <p:nvSpPr>
            <p:cNvPr id="22" name="Rectangle: Rounded Corners 21">
              <a:extLst>
                <a:ext uri="{FF2B5EF4-FFF2-40B4-BE49-F238E27FC236}">
                  <a16:creationId xmlns:a16="http://schemas.microsoft.com/office/drawing/2014/main" id="{0C9FC6E7-7C48-9DF8-2579-B5488950EE74}"/>
                </a:ext>
              </a:extLst>
            </p:cNvPr>
            <p:cNvSpPr/>
            <p:nvPr/>
          </p:nvSpPr>
          <p:spPr>
            <a:xfrm>
              <a:off x="9022599" y="5521517"/>
              <a:ext cx="551482"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400" b="1" dirty="0">
                  <a:solidFill>
                    <a:srgbClr val="0E4028"/>
                  </a:solidFill>
                  <a:latin typeface="Vertiky" pitchFamily="2" charset="0"/>
                </a:rPr>
                <a:t>h</a:t>
              </a:r>
            </a:p>
          </p:txBody>
        </p:sp>
        <p:sp>
          <p:nvSpPr>
            <p:cNvPr id="23" name="Rectangle: Rounded Corners 22">
              <a:extLst>
                <a:ext uri="{FF2B5EF4-FFF2-40B4-BE49-F238E27FC236}">
                  <a16:creationId xmlns:a16="http://schemas.microsoft.com/office/drawing/2014/main" id="{622B21A9-2748-1F2B-A3F7-886BC95B88B5}"/>
                </a:ext>
              </a:extLst>
            </p:cNvPr>
            <p:cNvSpPr/>
            <p:nvPr/>
          </p:nvSpPr>
          <p:spPr>
            <a:xfrm>
              <a:off x="9650278" y="4690554"/>
              <a:ext cx="2287293" cy="364790"/>
            </a:xfrm>
            <a:prstGeom prst="roundRect">
              <a:avLst/>
            </a:prstGeom>
            <a:solidFill>
              <a:srgbClr val="FFFF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d-ID" sz="2200" b="1" dirty="0">
                  <a:solidFill>
                    <a:srgbClr val="0E4028"/>
                  </a:solidFill>
                  <a:latin typeface="Vertiky" pitchFamily="2" charset="0"/>
                </a:rPr>
                <a:t>Posisi dan Ukuran</a:t>
              </a:r>
            </a:p>
          </p:txBody>
        </p:sp>
      </p:grpSp>
      <p:pic>
        <p:nvPicPr>
          <p:cNvPr id="26" name="Picture 25">
            <a:extLst>
              <a:ext uri="{FF2B5EF4-FFF2-40B4-BE49-F238E27FC236}">
                <a16:creationId xmlns:a16="http://schemas.microsoft.com/office/drawing/2014/main" id="{0719B336-02FA-D30A-27FB-1B6AA598A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09" y="1972501"/>
            <a:ext cx="8283459" cy="4417845"/>
          </a:xfrm>
          <a:prstGeom prst="rect">
            <a:avLst/>
          </a:prstGeom>
        </p:spPr>
      </p:pic>
      <p:sp>
        <p:nvSpPr>
          <p:cNvPr id="4" name="Content Placeholder 2">
            <a:extLst>
              <a:ext uri="{FF2B5EF4-FFF2-40B4-BE49-F238E27FC236}">
                <a16:creationId xmlns:a16="http://schemas.microsoft.com/office/drawing/2014/main" id="{6DFB9F31-EE1E-E40D-9C4A-630006D5C5A9}"/>
              </a:ext>
            </a:extLst>
          </p:cNvPr>
          <p:cNvSpPr txBox="1">
            <a:spLocks/>
          </p:cNvSpPr>
          <p:nvPr/>
        </p:nvSpPr>
        <p:spPr>
          <a:xfrm>
            <a:off x="254429" y="6412749"/>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715116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EA8FC-D662-9B55-B909-26C1C89D2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28176-0B35-D3B2-6382-E565B841CADE}"/>
              </a:ext>
            </a:extLst>
          </p:cNvPr>
          <p:cNvSpPr>
            <a:spLocks noGrp="1"/>
          </p:cNvSpPr>
          <p:nvPr>
            <p:ph type="title"/>
          </p:nvPr>
        </p:nvSpPr>
        <p:spPr>
          <a:xfrm>
            <a:off x="3175214" y="2819400"/>
            <a:ext cx="5841571" cy="725294"/>
          </a:xfrm>
        </p:spPr>
        <p:txBody>
          <a:bodyPr>
            <a:normAutofit/>
          </a:bodyPr>
          <a:lstStyle/>
          <a:p>
            <a:pPr algn="ctr"/>
            <a:r>
              <a:rPr lang="id-ID" dirty="0">
                <a:solidFill>
                  <a:srgbClr val="FFFF00"/>
                </a:solidFill>
                <a:latin typeface="Boleh" pitchFamily="50" charset="0"/>
              </a:rPr>
              <a:t>a. Flow Visual</a:t>
            </a:r>
          </a:p>
        </p:txBody>
      </p:sp>
      <p:sp>
        <p:nvSpPr>
          <p:cNvPr id="3" name="Content Placeholder 2">
            <a:extLst>
              <a:ext uri="{FF2B5EF4-FFF2-40B4-BE49-F238E27FC236}">
                <a16:creationId xmlns:a16="http://schemas.microsoft.com/office/drawing/2014/main" id="{598E756C-040A-E916-EA80-F3D50DAFA4CC}"/>
              </a:ext>
            </a:extLst>
          </p:cNvPr>
          <p:cNvSpPr>
            <a:spLocks noGrp="1"/>
          </p:cNvSpPr>
          <p:nvPr>
            <p:ph idx="1"/>
          </p:nvPr>
        </p:nvSpPr>
        <p:spPr>
          <a:xfrm>
            <a:off x="1914071" y="3547902"/>
            <a:ext cx="8363857" cy="953390"/>
          </a:xfrm>
        </p:spPr>
        <p:txBody>
          <a:bodyPr>
            <a:normAutofit/>
          </a:bodyPr>
          <a:lstStyle/>
          <a:p>
            <a:pPr marL="0" indent="0" algn="ctr">
              <a:buNone/>
            </a:pPr>
            <a:r>
              <a:rPr lang="id-ID" dirty="0">
                <a:solidFill>
                  <a:schemeClr val="bg1"/>
                </a:solidFill>
                <a:latin typeface="Vertiky" pitchFamily="2" charset="0"/>
              </a:rPr>
              <a:t>Arah panah tak terlihat yang mampu memandu mata pembaca dari 1 gambar ke gambar lain</a:t>
            </a:r>
            <a:endParaRPr lang="id-ID" sz="1400" dirty="0">
              <a:solidFill>
                <a:schemeClr val="bg1"/>
              </a:solidFill>
              <a:latin typeface="Vertiky" pitchFamily="2" charset="0"/>
            </a:endParaRPr>
          </a:p>
        </p:txBody>
      </p:sp>
    </p:spTree>
    <p:extLst>
      <p:ext uri="{BB962C8B-B14F-4D97-AF65-F5344CB8AC3E}">
        <p14:creationId xmlns:p14="http://schemas.microsoft.com/office/powerpoint/2010/main" val="3852907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0B301A-8018-8C26-9A4F-E6C1C484B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6636" y="907822"/>
            <a:ext cx="6417486" cy="4968095"/>
          </a:xfrm>
          <a:prstGeom prst="rect">
            <a:avLst/>
          </a:prstGeom>
        </p:spPr>
      </p:pic>
      <p:pic>
        <p:nvPicPr>
          <p:cNvPr id="7" name="Picture 6">
            <a:extLst>
              <a:ext uri="{FF2B5EF4-FFF2-40B4-BE49-F238E27FC236}">
                <a16:creationId xmlns:a16="http://schemas.microsoft.com/office/drawing/2014/main" id="{765017A5-FF6F-567F-DE50-C74FCDB31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367" y="559480"/>
            <a:ext cx="7373145" cy="5707917"/>
          </a:xfrm>
          <a:prstGeom prst="rect">
            <a:avLst/>
          </a:prstGeom>
        </p:spPr>
      </p:pic>
      <p:pic>
        <p:nvPicPr>
          <p:cNvPr id="9" name="Picture 8">
            <a:extLst>
              <a:ext uri="{FF2B5EF4-FFF2-40B4-BE49-F238E27FC236}">
                <a16:creationId xmlns:a16="http://schemas.microsoft.com/office/drawing/2014/main" id="{7BC2CC41-4165-78F1-6A06-B35898FE0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4069" y="559480"/>
            <a:ext cx="7503861" cy="5809111"/>
          </a:xfrm>
          <a:prstGeom prst="rect">
            <a:avLst/>
          </a:prstGeom>
        </p:spPr>
      </p:pic>
      <p:sp>
        <p:nvSpPr>
          <p:cNvPr id="10" name="Content Placeholder 2">
            <a:extLst>
              <a:ext uri="{FF2B5EF4-FFF2-40B4-BE49-F238E27FC236}">
                <a16:creationId xmlns:a16="http://schemas.microsoft.com/office/drawing/2014/main" id="{DA256737-5F13-742F-10B0-3E9A6EE1FE7A}"/>
              </a:ext>
            </a:extLst>
          </p:cNvPr>
          <p:cNvSpPr txBox="1">
            <a:spLocks/>
          </p:cNvSpPr>
          <p:nvPr/>
        </p:nvSpPr>
        <p:spPr>
          <a:xfrm>
            <a:off x="2344069" y="6267397"/>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121593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07D40-7D56-5B99-BE91-2598E1338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72623-C97B-72F0-934C-C9652818FDD8}"/>
              </a:ext>
            </a:extLst>
          </p:cNvPr>
          <p:cNvSpPr>
            <a:spLocks noGrp="1"/>
          </p:cNvSpPr>
          <p:nvPr>
            <p:ph type="title"/>
          </p:nvPr>
        </p:nvSpPr>
        <p:spPr>
          <a:xfrm>
            <a:off x="3175214" y="2964543"/>
            <a:ext cx="5841571" cy="725294"/>
          </a:xfrm>
        </p:spPr>
        <p:txBody>
          <a:bodyPr>
            <a:normAutofit/>
          </a:bodyPr>
          <a:lstStyle/>
          <a:p>
            <a:pPr algn="ctr"/>
            <a:r>
              <a:rPr lang="id-ID" dirty="0">
                <a:solidFill>
                  <a:srgbClr val="FFFF00"/>
                </a:solidFill>
                <a:latin typeface="Boleh" pitchFamily="50" charset="0"/>
              </a:rPr>
              <a:t>b. Perspektif</a:t>
            </a:r>
          </a:p>
        </p:txBody>
      </p:sp>
      <p:sp>
        <p:nvSpPr>
          <p:cNvPr id="3" name="Content Placeholder 2">
            <a:extLst>
              <a:ext uri="{FF2B5EF4-FFF2-40B4-BE49-F238E27FC236}">
                <a16:creationId xmlns:a16="http://schemas.microsoft.com/office/drawing/2014/main" id="{A26F1DCA-11FA-36A9-BE91-763093042E43}"/>
              </a:ext>
            </a:extLst>
          </p:cNvPr>
          <p:cNvSpPr>
            <a:spLocks noGrp="1"/>
          </p:cNvSpPr>
          <p:nvPr>
            <p:ph idx="1"/>
          </p:nvPr>
        </p:nvSpPr>
        <p:spPr>
          <a:xfrm>
            <a:off x="1914071" y="3693045"/>
            <a:ext cx="8363857" cy="545127"/>
          </a:xfrm>
        </p:spPr>
        <p:txBody>
          <a:bodyPr>
            <a:normAutofit/>
          </a:bodyPr>
          <a:lstStyle/>
          <a:p>
            <a:pPr marL="0" indent="0" algn="ctr">
              <a:buNone/>
            </a:pPr>
            <a:r>
              <a:rPr lang="id-ID" dirty="0">
                <a:solidFill>
                  <a:schemeClr val="bg1"/>
                </a:solidFill>
                <a:latin typeface="Vertiky" pitchFamily="2" charset="0"/>
              </a:rPr>
              <a:t>Sudut pandang dari mana gambar itu dilihat</a:t>
            </a:r>
            <a:endParaRPr lang="id-ID" sz="1400" dirty="0">
              <a:solidFill>
                <a:schemeClr val="bg1"/>
              </a:solidFill>
              <a:latin typeface="Vertiky" pitchFamily="2" charset="0"/>
            </a:endParaRPr>
          </a:p>
        </p:txBody>
      </p:sp>
    </p:spTree>
    <p:extLst>
      <p:ext uri="{BB962C8B-B14F-4D97-AF65-F5344CB8AC3E}">
        <p14:creationId xmlns:p14="http://schemas.microsoft.com/office/powerpoint/2010/main" val="1770731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AD10A-5037-17A3-B529-6158BF23E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C54ED-0954-EB0E-B135-EE82E36DDE47}"/>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b. Perspektif</a:t>
            </a:r>
          </a:p>
        </p:txBody>
      </p:sp>
      <p:sp>
        <p:nvSpPr>
          <p:cNvPr id="3" name="Content Placeholder 2">
            <a:extLst>
              <a:ext uri="{FF2B5EF4-FFF2-40B4-BE49-F238E27FC236}">
                <a16:creationId xmlns:a16="http://schemas.microsoft.com/office/drawing/2014/main" id="{65D48B9B-4E44-FA84-0AEE-907A689770B5}"/>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Eye Level</a:t>
            </a:r>
            <a:endParaRPr lang="id-ID" sz="1400" dirty="0">
              <a:solidFill>
                <a:schemeClr val="bg1"/>
              </a:solidFill>
              <a:latin typeface="Vertiky" pitchFamily="2" charset="0"/>
            </a:endParaRPr>
          </a:p>
        </p:txBody>
      </p:sp>
      <p:pic>
        <p:nvPicPr>
          <p:cNvPr id="5" name="Picture 4">
            <a:extLst>
              <a:ext uri="{FF2B5EF4-FFF2-40B4-BE49-F238E27FC236}">
                <a16:creationId xmlns:a16="http://schemas.microsoft.com/office/drawing/2014/main" id="{6950422C-C485-F1DA-C006-062D08FAF1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561" y="1901372"/>
            <a:ext cx="7000875" cy="4543425"/>
          </a:xfrm>
          <a:prstGeom prst="rect">
            <a:avLst/>
          </a:prstGeom>
        </p:spPr>
      </p:pic>
      <p:pic>
        <p:nvPicPr>
          <p:cNvPr id="8" name="Picture 7">
            <a:extLst>
              <a:ext uri="{FF2B5EF4-FFF2-40B4-BE49-F238E27FC236}">
                <a16:creationId xmlns:a16="http://schemas.microsoft.com/office/drawing/2014/main" id="{5F67D2D3-A1E2-70B2-6B32-D5D349308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1266" y="1353037"/>
            <a:ext cx="830727" cy="830727"/>
          </a:xfrm>
          <a:prstGeom prst="rect">
            <a:avLst/>
          </a:prstGeom>
          <a:ln>
            <a:noFill/>
          </a:ln>
          <a:effectLst>
            <a:outerShdw blurRad="292100" dist="139700" dir="2700000" algn="tl" rotWithShape="0">
              <a:srgbClr val="333333">
                <a:alpha val="65000"/>
              </a:srgbClr>
            </a:outerShdw>
          </a:effectLst>
        </p:spPr>
      </p:pic>
      <p:sp>
        <p:nvSpPr>
          <p:cNvPr id="9" name="Content Placeholder 2">
            <a:extLst>
              <a:ext uri="{FF2B5EF4-FFF2-40B4-BE49-F238E27FC236}">
                <a16:creationId xmlns:a16="http://schemas.microsoft.com/office/drawing/2014/main" id="{C0795DEF-A23D-E13F-CF83-11FE960911BA}"/>
              </a:ext>
            </a:extLst>
          </p:cNvPr>
          <p:cNvSpPr txBox="1">
            <a:spLocks/>
          </p:cNvSpPr>
          <p:nvPr/>
        </p:nvSpPr>
        <p:spPr>
          <a:xfrm>
            <a:off x="2595561" y="6444797"/>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620623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BBF4-E343-4ECD-E0C8-DC73E7A41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7CE8E-4944-2B38-53BC-28E9D1D5E181}"/>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b. Perspektif</a:t>
            </a:r>
          </a:p>
        </p:txBody>
      </p:sp>
      <p:sp>
        <p:nvSpPr>
          <p:cNvPr id="3" name="Content Placeholder 2">
            <a:extLst>
              <a:ext uri="{FF2B5EF4-FFF2-40B4-BE49-F238E27FC236}">
                <a16:creationId xmlns:a16="http://schemas.microsoft.com/office/drawing/2014/main" id="{D1A24CD9-95AA-0E61-099D-0D60880B007A}"/>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Bird’s Eye View</a:t>
            </a:r>
            <a:endParaRPr lang="id-ID" sz="1400" dirty="0">
              <a:solidFill>
                <a:schemeClr val="bg1"/>
              </a:solidFill>
              <a:latin typeface="Vertiky" pitchFamily="2" charset="0"/>
            </a:endParaRPr>
          </a:p>
        </p:txBody>
      </p:sp>
      <p:pic>
        <p:nvPicPr>
          <p:cNvPr id="5" name="Picture 4">
            <a:extLst>
              <a:ext uri="{FF2B5EF4-FFF2-40B4-BE49-F238E27FC236}">
                <a16:creationId xmlns:a16="http://schemas.microsoft.com/office/drawing/2014/main" id="{80ED3FE7-8A15-D715-DDD4-AF231252F3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682" y="1901372"/>
            <a:ext cx="7994634" cy="4557485"/>
          </a:xfrm>
          <a:prstGeom prst="rect">
            <a:avLst/>
          </a:prstGeom>
        </p:spPr>
      </p:pic>
      <p:pic>
        <p:nvPicPr>
          <p:cNvPr id="7" name="Picture 6">
            <a:extLst>
              <a:ext uri="{FF2B5EF4-FFF2-40B4-BE49-F238E27FC236}">
                <a16:creationId xmlns:a16="http://schemas.microsoft.com/office/drawing/2014/main" id="{BDF0414D-FDAF-F450-4056-C560C97F1E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2589" y="1615772"/>
            <a:ext cx="830727" cy="830727"/>
          </a:xfrm>
          <a:prstGeom prst="rect">
            <a:avLst/>
          </a:prstGeom>
          <a:ln>
            <a:noFill/>
          </a:ln>
          <a:effectLst>
            <a:outerShdw blurRad="292100" dist="139700" dir="2700000" algn="tl" rotWithShape="0">
              <a:srgbClr val="333333">
                <a:alpha val="65000"/>
              </a:srgbClr>
            </a:outerShdw>
          </a:effectLst>
        </p:spPr>
      </p:pic>
      <p:sp>
        <p:nvSpPr>
          <p:cNvPr id="8" name="Content Placeholder 2">
            <a:extLst>
              <a:ext uri="{FF2B5EF4-FFF2-40B4-BE49-F238E27FC236}">
                <a16:creationId xmlns:a16="http://schemas.microsoft.com/office/drawing/2014/main" id="{1385A8B9-119A-912C-AC62-870F3A491F31}"/>
              </a:ext>
            </a:extLst>
          </p:cNvPr>
          <p:cNvSpPr txBox="1">
            <a:spLocks/>
          </p:cNvSpPr>
          <p:nvPr/>
        </p:nvSpPr>
        <p:spPr>
          <a:xfrm>
            <a:off x="2111382" y="6502400"/>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3279840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EC74B-DCBC-231E-1F43-C2BA41C18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3B9AB-C6C2-E4FE-5896-BCDCEC103F99}"/>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b. Perspektif</a:t>
            </a:r>
          </a:p>
        </p:txBody>
      </p:sp>
      <p:sp>
        <p:nvSpPr>
          <p:cNvPr id="3" name="Content Placeholder 2">
            <a:extLst>
              <a:ext uri="{FF2B5EF4-FFF2-40B4-BE49-F238E27FC236}">
                <a16:creationId xmlns:a16="http://schemas.microsoft.com/office/drawing/2014/main" id="{42B02E87-863F-DD32-DC1A-645C93D78EE1}"/>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Frog’s Eye View</a:t>
            </a:r>
            <a:endParaRPr lang="id-ID" sz="1400" dirty="0">
              <a:solidFill>
                <a:schemeClr val="bg1"/>
              </a:solidFill>
              <a:latin typeface="Vertiky" pitchFamily="2" charset="0"/>
            </a:endParaRPr>
          </a:p>
        </p:txBody>
      </p:sp>
      <p:pic>
        <p:nvPicPr>
          <p:cNvPr id="7" name="Picture 6">
            <a:extLst>
              <a:ext uri="{FF2B5EF4-FFF2-40B4-BE49-F238E27FC236}">
                <a16:creationId xmlns:a16="http://schemas.microsoft.com/office/drawing/2014/main" id="{EE5AD61D-3693-9EFA-D4FB-6ED46713D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770" y="1901372"/>
            <a:ext cx="6814457" cy="4542971"/>
          </a:xfrm>
          <a:prstGeom prst="rect">
            <a:avLst/>
          </a:prstGeom>
        </p:spPr>
      </p:pic>
      <p:pic>
        <p:nvPicPr>
          <p:cNvPr id="8" name="Picture 7">
            <a:extLst>
              <a:ext uri="{FF2B5EF4-FFF2-40B4-BE49-F238E27FC236}">
                <a16:creationId xmlns:a16="http://schemas.microsoft.com/office/drawing/2014/main" id="{C6371406-E119-F062-434A-53F40AE24B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2500" y="1615772"/>
            <a:ext cx="830727" cy="830727"/>
          </a:xfrm>
          <a:prstGeom prst="rect">
            <a:avLst/>
          </a:prstGeom>
          <a:ln>
            <a:noFill/>
          </a:ln>
          <a:effectLst>
            <a:outerShdw blurRad="292100" dist="139700" dir="2700000" algn="tl" rotWithShape="0">
              <a:srgbClr val="333333">
                <a:alpha val="65000"/>
              </a:srgbClr>
            </a:outerShdw>
          </a:effectLst>
        </p:spPr>
      </p:pic>
      <p:sp>
        <p:nvSpPr>
          <p:cNvPr id="9" name="Content Placeholder 2">
            <a:extLst>
              <a:ext uri="{FF2B5EF4-FFF2-40B4-BE49-F238E27FC236}">
                <a16:creationId xmlns:a16="http://schemas.microsoft.com/office/drawing/2014/main" id="{88604C4B-0D53-A3BD-12BD-95CFA85FF324}"/>
              </a:ext>
            </a:extLst>
          </p:cNvPr>
          <p:cNvSpPr txBox="1">
            <a:spLocks/>
          </p:cNvSpPr>
          <p:nvPr/>
        </p:nvSpPr>
        <p:spPr>
          <a:xfrm>
            <a:off x="2688770" y="6473371"/>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501067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17608-414D-EF3E-4641-1C625431B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2B079-5A6F-6AF2-5B19-12DC51558A8E}"/>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b. Perspektif</a:t>
            </a:r>
          </a:p>
        </p:txBody>
      </p:sp>
      <p:sp>
        <p:nvSpPr>
          <p:cNvPr id="3" name="Content Placeholder 2">
            <a:extLst>
              <a:ext uri="{FF2B5EF4-FFF2-40B4-BE49-F238E27FC236}">
                <a16:creationId xmlns:a16="http://schemas.microsoft.com/office/drawing/2014/main" id="{91393126-6FDB-EEFF-8C53-E681CECE7CF6}"/>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Frog’s Eye View</a:t>
            </a:r>
            <a:endParaRPr lang="id-ID" sz="1400" dirty="0">
              <a:solidFill>
                <a:schemeClr val="bg1"/>
              </a:solidFill>
              <a:latin typeface="Vertiky" pitchFamily="2" charset="0"/>
            </a:endParaRPr>
          </a:p>
        </p:txBody>
      </p:sp>
      <p:sp>
        <p:nvSpPr>
          <p:cNvPr id="9" name="Content Placeholder 2">
            <a:extLst>
              <a:ext uri="{FF2B5EF4-FFF2-40B4-BE49-F238E27FC236}">
                <a16:creationId xmlns:a16="http://schemas.microsoft.com/office/drawing/2014/main" id="{D0B658BE-8F15-7EA4-0205-FA590A906FD8}"/>
              </a:ext>
            </a:extLst>
          </p:cNvPr>
          <p:cNvSpPr txBox="1">
            <a:spLocks/>
          </p:cNvSpPr>
          <p:nvPr/>
        </p:nvSpPr>
        <p:spPr>
          <a:xfrm>
            <a:off x="2688770" y="6473371"/>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pic>
        <p:nvPicPr>
          <p:cNvPr id="5" name="Picture 4">
            <a:extLst>
              <a:ext uri="{FF2B5EF4-FFF2-40B4-BE49-F238E27FC236}">
                <a16:creationId xmlns:a16="http://schemas.microsoft.com/office/drawing/2014/main" id="{EF1D8685-58B7-74FA-5B26-2F2D43E695A9}"/>
              </a:ext>
            </a:extLst>
          </p:cNvPr>
          <p:cNvPicPr>
            <a:picLocks noChangeAspect="1"/>
          </p:cNvPicPr>
          <p:nvPr/>
        </p:nvPicPr>
        <p:blipFill>
          <a:blip r:embed="rId2"/>
          <a:stretch>
            <a:fillRect/>
          </a:stretch>
        </p:blipFill>
        <p:spPr>
          <a:xfrm>
            <a:off x="2770064" y="1835936"/>
            <a:ext cx="6651870" cy="4702872"/>
          </a:xfrm>
          <a:prstGeom prst="rect">
            <a:avLst/>
          </a:prstGeom>
        </p:spPr>
      </p:pic>
      <p:pic>
        <p:nvPicPr>
          <p:cNvPr id="4" name="Picture 3">
            <a:extLst>
              <a:ext uri="{FF2B5EF4-FFF2-40B4-BE49-F238E27FC236}">
                <a16:creationId xmlns:a16="http://schemas.microsoft.com/office/drawing/2014/main" id="{7C7C874A-2CBD-682A-F6D7-97FAA14A2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2500" y="1615772"/>
            <a:ext cx="830727" cy="8307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820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9EEC4-7E9C-42E9-23EE-D0DB91499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D1200-691B-143F-08E9-8E90E316066C}"/>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b. Perspektif</a:t>
            </a:r>
          </a:p>
        </p:txBody>
      </p:sp>
      <p:sp>
        <p:nvSpPr>
          <p:cNvPr id="3" name="Content Placeholder 2">
            <a:extLst>
              <a:ext uri="{FF2B5EF4-FFF2-40B4-BE49-F238E27FC236}">
                <a16:creationId xmlns:a16="http://schemas.microsoft.com/office/drawing/2014/main" id="{CB51270A-CC08-EA86-CE30-F80A29C6A5DD}"/>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Frog’s Eye View</a:t>
            </a:r>
            <a:endParaRPr lang="id-ID" sz="1400" dirty="0">
              <a:solidFill>
                <a:schemeClr val="bg1"/>
              </a:solidFill>
              <a:latin typeface="Vertiky" pitchFamily="2" charset="0"/>
            </a:endParaRPr>
          </a:p>
        </p:txBody>
      </p:sp>
      <p:sp>
        <p:nvSpPr>
          <p:cNvPr id="9" name="Content Placeholder 2">
            <a:extLst>
              <a:ext uri="{FF2B5EF4-FFF2-40B4-BE49-F238E27FC236}">
                <a16:creationId xmlns:a16="http://schemas.microsoft.com/office/drawing/2014/main" id="{6AC9D497-934A-B12C-2DE6-4C4E6D5AE611}"/>
              </a:ext>
            </a:extLst>
          </p:cNvPr>
          <p:cNvSpPr txBox="1">
            <a:spLocks/>
          </p:cNvSpPr>
          <p:nvPr/>
        </p:nvSpPr>
        <p:spPr>
          <a:xfrm>
            <a:off x="2688770" y="6473371"/>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pic>
        <p:nvPicPr>
          <p:cNvPr id="7" name="Picture 6">
            <a:extLst>
              <a:ext uri="{FF2B5EF4-FFF2-40B4-BE49-F238E27FC236}">
                <a16:creationId xmlns:a16="http://schemas.microsoft.com/office/drawing/2014/main" id="{39E2C725-4FCB-E8E3-8DFB-4A821C9844E3}"/>
              </a:ext>
            </a:extLst>
          </p:cNvPr>
          <p:cNvPicPr>
            <a:picLocks noChangeAspect="1"/>
          </p:cNvPicPr>
          <p:nvPr/>
        </p:nvPicPr>
        <p:blipFill>
          <a:blip r:embed="rId2"/>
          <a:stretch>
            <a:fillRect/>
          </a:stretch>
        </p:blipFill>
        <p:spPr>
          <a:xfrm>
            <a:off x="2589200" y="1865218"/>
            <a:ext cx="7013598" cy="4608153"/>
          </a:xfrm>
          <a:prstGeom prst="rect">
            <a:avLst/>
          </a:prstGeom>
        </p:spPr>
      </p:pic>
      <p:pic>
        <p:nvPicPr>
          <p:cNvPr id="8" name="Picture 7">
            <a:extLst>
              <a:ext uri="{FF2B5EF4-FFF2-40B4-BE49-F238E27FC236}">
                <a16:creationId xmlns:a16="http://schemas.microsoft.com/office/drawing/2014/main" id="{02BC9125-4458-2FED-1C9E-C128DE865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2500" y="1615772"/>
            <a:ext cx="830727" cy="8307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5864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D25E-407A-954A-F0E0-C06796FA3716}"/>
              </a:ext>
            </a:extLst>
          </p:cNvPr>
          <p:cNvSpPr>
            <a:spLocks noGrp="1"/>
          </p:cNvSpPr>
          <p:nvPr>
            <p:ph type="title"/>
          </p:nvPr>
        </p:nvSpPr>
        <p:spPr>
          <a:xfrm>
            <a:off x="838200" y="495755"/>
            <a:ext cx="10515600" cy="1325563"/>
          </a:xfrm>
        </p:spPr>
        <p:txBody>
          <a:bodyPr>
            <a:normAutofit/>
          </a:bodyPr>
          <a:lstStyle/>
          <a:p>
            <a:pPr algn="ctr"/>
            <a:r>
              <a:rPr lang="id-ID" sz="3600" dirty="0">
                <a:solidFill>
                  <a:schemeClr val="bg1"/>
                </a:solidFill>
                <a:latin typeface="Boleh" pitchFamily="50" charset="0"/>
              </a:rPr>
              <a:t>Tebak! dari mana gambar ini dilihat?</a:t>
            </a:r>
          </a:p>
        </p:txBody>
      </p:sp>
      <p:sp>
        <p:nvSpPr>
          <p:cNvPr id="3" name="Content Placeholder 2">
            <a:extLst>
              <a:ext uri="{FF2B5EF4-FFF2-40B4-BE49-F238E27FC236}">
                <a16:creationId xmlns:a16="http://schemas.microsoft.com/office/drawing/2014/main" id="{3F2DC35C-02BA-2F2E-E362-6A82EEA80DD0}"/>
              </a:ext>
            </a:extLst>
          </p:cNvPr>
          <p:cNvSpPr>
            <a:spLocks noGrp="1"/>
          </p:cNvSpPr>
          <p:nvPr>
            <p:ph idx="1"/>
          </p:nvPr>
        </p:nvSpPr>
        <p:spPr>
          <a:xfrm>
            <a:off x="838200" y="1494974"/>
            <a:ext cx="10515600" cy="493486"/>
          </a:xfrm>
        </p:spPr>
        <p:txBody>
          <a:bodyPr>
            <a:normAutofit/>
          </a:bodyPr>
          <a:lstStyle/>
          <a:p>
            <a:pPr marL="0" indent="0" algn="ctr">
              <a:buNone/>
            </a:pPr>
            <a:r>
              <a:rPr lang="id-ID" dirty="0">
                <a:solidFill>
                  <a:srgbClr val="FFFF00"/>
                </a:solidFill>
                <a:latin typeface="Vertiky" pitchFamily="2" charset="0"/>
              </a:rPr>
              <a:t>dari atas, depan, atau bawah</a:t>
            </a:r>
          </a:p>
        </p:txBody>
      </p:sp>
      <p:pic>
        <p:nvPicPr>
          <p:cNvPr id="5" name="Picture 4">
            <a:extLst>
              <a:ext uri="{FF2B5EF4-FFF2-40B4-BE49-F238E27FC236}">
                <a16:creationId xmlns:a16="http://schemas.microsoft.com/office/drawing/2014/main" id="{8B2BC0B8-32CC-A370-80F7-66D9CD8ABD1C}"/>
              </a:ext>
            </a:extLst>
          </p:cNvPr>
          <p:cNvPicPr>
            <a:picLocks noChangeAspect="1"/>
          </p:cNvPicPr>
          <p:nvPr/>
        </p:nvPicPr>
        <p:blipFill>
          <a:blip r:embed="rId2">
            <a:extLst>
              <a:ext uri="{28A0092B-C50C-407E-A947-70E740481C1C}">
                <a14:useLocalDpi xmlns:a14="http://schemas.microsoft.com/office/drawing/2010/main" val="0"/>
              </a:ext>
            </a:extLst>
          </a:blip>
          <a:srcRect l="21111" t="17778" r="10556" b="39722"/>
          <a:stretch/>
        </p:blipFill>
        <p:spPr>
          <a:xfrm>
            <a:off x="330994" y="2316480"/>
            <a:ext cx="3749040" cy="2331720"/>
          </a:xfrm>
          <a:prstGeom prst="rect">
            <a:avLst/>
          </a:prstGeom>
        </p:spPr>
      </p:pic>
      <p:pic>
        <p:nvPicPr>
          <p:cNvPr id="7" name="Picture 6">
            <a:extLst>
              <a:ext uri="{FF2B5EF4-FFF2-40B4-BE49-F238E27FC236}">
                <a16:creationId xmlns:a16="http://schemas.microsoft.com/office/drawing/2014/main" id="{F9946916-3523-9492-A615-E4F632C88DD6}"/>
              </a:ext>
            </a:extLst>
          </p:cNvPr>
          <p:cNvPicPr>
            <a:picLocks noChangeAspect="1"/>
          </p:cNvPicPr>
          <p:nvPr/>
        </p:nvPicPr>
        <p:blipFill>
          <a:blip r:embed="rId3">
            <a:extLst>
              <a:ext uri="{28A0092B-C50C-407E-A947-70E740481C1C}">
                <a14:useLocalDpi xmlns:a14="http://schemas.microsoft.com/office/drawing/2010/main" val="0"/>
              </a:ext>
            </a:extLst>
          </a:blip>
          <a:srcRect l="21389" t="17778" r="10556" b="39722"/>
          <a:stretch/>
        </p:blipFill>
        <p:spPr>
          <a:xfrm>
            <a:off x="8262460" y="2316480"/>
            <a:ext cx="3733800" cy="2331720"/>
          </a:xfrm>
          <a:prstGeom prst="rect">
            <a:avLst/>
          </a:prstGeom>
        </p:spPr>
      </p:pic>
      <p:pic>
        <p:nvPicPr>
          <p:cNvPr id="9" name="Picture 8">
            <a:extLst>
              <a:ext uri="{FF2B5EF4-FFF2-40B4-BE49-F238E27FC236}">
                <a16:creationId xmlns:a16="http://schemas.microsoft.com/office/drawing/2014/main" id="{35BA8881-A54F-0601-8C91-7168FFB6E411}"/>
              </a:ext>
            </a:extLst>
          </p:cNvPr>
          <p:cNvPicPr>
            <a:picLocks noChangeAspect="1"/>
          </p:cNvPicPr>
          <p:nvPr/>
        </p:nvPicPr>
        <p:blipFill>
          <a:blip r:embed="rId4">
            <a:extLst>
              <a:ext uri="{28A0092B-C50C-407E-A947-70E740481C1C}">
                <a14:useLocalDpi xmlns:a14="http://schemas.microsoft.com/office/drawing/2010/main" val="0"/>
              </a:ext>
            </a:extLst>
          </a:blip>
          <a:srcRect l="21111" t="17778" r="10556" b="40000"/>
          <a:stretch/>
        </p:blipFill>
        <p:spPr>
          <a:xfrm>
            <a:off x="4296727" y="2308860"/>
            <a:ext cx="3749040" cy="2316480"/>
          </a:xfrm>
          <a:prstGeom prst="rect">
            <a:avLst/>
          </a:prstGeom>
        </p:spPr>
      </p:pic>
      <p:sp>
        <p:nvSpPr>
          <p:cNvPr id="10" name="Title 1">
            <a:extLst>
              <a:ext uri="{FF2B5EF4-FFF2-40B4-BE49-F238E27FC236}">
                <a16:creationId xmlns:a16="http://schemas.microsoft.com/office/drawing/2014/main" id="{A28C6C04-C79E-C585-B582-C3F7F35013C8}"/>
              </a:ext>
            </a:extLst>
          </p:cNvPr>
          <p:cNvSpPr txBox="1">
            <a:spLocks/>
          </p:cNvSpPr>
          <p:nvPr/>
        </p:nvSpPr>
        <p:spPr>
          <a:xfrm>
            <a:off x="1567792" y="4831305"/>
            <a:ext cx="1275444" cy="624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600" dirty="0">
                <a:solidFill>
                  <a:schemeClr val="bg1"/>
                </a:solidFill>
                <a:latin typeface="Boleh" pitchFamily="50" charset="0"/>
              </a:rPr>
              <a:t>A</a:t>
            </a:r>
          </a:p>
        </p:txBody>
      </p:sp>
      <p:sp>
        <p:nvSpPr>
          <p:cNvPr id="11" name="Title 1">
            <a:extLst>
              <a:ext uri="{FF2B5EF4-FFF2-40B4-BE49-F238E27FC236}">
                <a16:creationId xmlns:a16="http://schemas.microsoft.com/office/drawing/2014/main" id="{BA69F297-7788-E90A-A831-038B4CB99E94}"/>
              </a:ext>
            </a:extLst>
          </p:cNvPr>
          <p:cNvSpPr txBox="1">
            <a:spLocks/>
          </p:cNvSpPr>
          <p:nvPr/>
        </p:nvSpPr>
        <p:spPr>
          <a:xfrm>
            <a:off x="5458278" y="4738912"/>
            <a:ext cx="1275444" cy="624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600" dirty="0">
                <a:solidFill>
                  <a:schemeClr val="bg1"/>
                </a:solidFill>
                <a:latin typeface="Boleh" pitchFamily="50" charset="0"/>
              </a:rPr>
              <a:t>B</a:t>
            </a:r>
          </a:p>
        </p:txBody>
      </p:sp>
      <p:sp>
        <p:nvSpPr>
          <p:cNvPr id="12" name="Title 1">
            <a:extLst>
              <a:ext uri="{FF2B5EF4-FFF2-40B4-BE49-F238E27FC236}">
                <a16:creationId xmlns:a16="http://schemas.microsoft.com/office/drawing/2014/main" id="{2A083258-632B-9F48-545A-A9F53F5E61DE}"/>
              </a:ext>
            </a:extLst>
          </p:cNvPr>
          <p:cNvSpPr txBox="1">
            <a:spLocks/>
          </p:cNvSpPr>
          <p:nvPr/>
        </p:nvSpPr>
        <p:spPr>
          <a:xfrm>
            <a:off x="9491638" y="4804860"/>
            <a:ext cx="1275444" cy="624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600" dirty="0">
                <a:solidFill>
                  <a:schemeClr val="bg1"/>
                </a:solidFill>
                <a:latin typeface="Boleh" pitchFamily="50" charset="0"/>
              </a:rPr>
              <a:t>C</a:t>
            </a:r>
          </a:p>
        </p:txBody>
      </p:sp>
      <p:sp>
        <p:nvSpPr>
          <p:cNvPr id="13" name="Content Placeholder 2">
            <a:extLst>
              <a:ext uri="{FF2B5EF4-FFF2-40B4-BE49-F238E27FC236}">
                <a16:creationId xmlns:a16="http://schemas.microsoft.com/office/drawing/2014/main" id="{85C250E7-97E1-0E17-3B16-A5209C51FDEF}"/>
              </a:ext>
            </a:extLst>
          </p:cNvPr>
          <p:cNvSpPr txBox="1">
            <a:spLocks/>
          </p:cNvSpPr>
          <p:nvPr/>
        </p:nvSpPr>
        <p:spPr>
          <a:xfrm>
            <a:off x="330994" y="5455419"/>
            <a:ext cx="3749040" cy="493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d-ID" dirty="0">
                <a:solidFill>
                  <a:srgbClr val="FFFF00"/>
                </a:solidFill>
                <a:latin typeface="Vertiky" pitchFamily="2" charset="0"/>
              </a:rPr>
              <a:t>Depan</a:t>
            </a:r>
          </a:p>
        </p:txBody>
      </p:sp>
      <p:sp>
        <p:nvSpPr>
          <p:cNvPr id="14" name="Content Placeholder 2">
            <a:extLst>
              <a:ext uri="{FF2B5EF4-FFF2-40B4-BE49-F238E27FC236}">
                <a16:creationId xmlns:a16="http://schemas.microsoft.com/office/drawing/2014/main" id="{954C7B4C-794D-1840-E2D7-35DBE0182954}"/>
              </a:ext>
            </a:extLst>
          </p:cNvPr>
          <p:cNvSpPr txBox="1">
            <a:spLocks/>
          </p:cNvSpPr>
          <p:nvPr/>
        </p:nvSpPr>
        <p:spPr>
          <a:xfrm>
            <a:off x="4221480" y="5483717"/>
            <a:ext cx="3749040" cy="493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d-ID" dirty="0">
                <a:solidFill>
                  <a:srgbClr val="FFFF00"/>
                </a:solidFill>
                <a:latin typeface="Vertiky" pitchFamily="2" charset="0"/>
              </a:rPr>
              <a:t>Bawah</a:t>
            </a:r>
          </a:p>
        </p:txBody>
      </p:sp>
      <p:sp>
        <p:nvSpPr>
          <p:cNvPr id="15" name="Content Placeholder 2">
            <a:extLst>
              <a:ext uri="{FF2B5EF4-FFF2-40B4-BE49-F238E27FC236}">
                <a16:creationId xmlns:a16="http://schemas.microsoft.com/office/drawing/2014/main" id="{B76F9228-0224-FE41-0F97-5234D207E0C4}"/>
              </a:ext>
            </a:extLst>
          </p:cNvPr>
          <p:cNvSpPr txBox="1">
            <a:spLocks/>
          </p:cNvSpPr>
          <p:nvPr/>
        </p:nvSpPr>
        <p:spPr>
          <a:xfrm>
            <a:off x="8262460" y="5455419"/>
            <a:ext cx="3749040" cy="493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d-ID" dirty="0">
                <a:solidFill>
                  <a:srgbClr val="FFFF00"/>
                </a:solidFill>
                <a:latin typeface="Vertiky" pitchFamily="2" charset="0"/>
              </a:rPr>
              <a:t>Atas</a:t>
            </a:r>
          </a:p>
        </p:txBody>
      </p:sp>
    </p:spTree>
    <p:extLst>
      <p:ext uri="{BB962C8B-B14F-4D97-AF65-F5344CB8AC3E}">
        <p14:creationId xmlns:p14="http://schemas.microsoft.com/office/powerpoint/2010/main" val="211535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13849-1D85-CD39-B7D5-005CA4C7B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81060-662F-1C69-6727-FB7B3BDD5745}"/>
              </a:ext>
            </a:extLst>
          </p:cNvPr>
          <p:cNvSpPr>
            <a:spLocks noGrp="1"/>
          </p:cNvSpPr>
          <p:nvPr>
            <p:ph type="title"/>
          </p:nvPr>
        </p:nvSpPr>
        <p:spPr>
          <a:xfrm>
            <a:off x="780144" y="1119869"/>
            <a:ext cx="10515600" cy="1325563"/>
          </a:xfrm>
        </p:spPr>
        <p:txBody>
          <a:bodyPr>
            <a:normAutofit/>
          </a:bodyPr>
          <a:lstStyle/>
          <a:p>
            <a:pPr algn="ctr"/>
            <a:r>
              <a:rPr lang="id-ID" sz="3600" dirty="0">
                <a:solidFill>
                  <a:schemeClr val="bg1"/>
                </a:solidFill>
                <a:latin typeface="Boleh" pitchFamily="50" charset="0"/>
              </a:rPr>
              <a:t>Grid Perspektif</a:t>
            </a:r>
          </a:p>
        </p:txBody>
      </p:sp>
      <p:sp>
        <p:nvSpPr>
          <p:cNvPr id="3" name="Content Placeholder 2">
            <a:extLst>
              <a:ext uri="{FF2B5EF4-FFF2-40B4-BE49-F238E27FC236}">
                <a16:creationId xmlns:a16="http://schemas.microsoft.com/office/drawing/2014/main" id="{473CB1D3-4D69-79BA-3B9A-3DBBC188C5E6}"/>
              </a:ext>
            </a:extLst>
          </p:cNvPr>
          <p:cNvSpPr>
            <a:spLocks noGrp="1"/>
          </p:cNvSpPr>
          <p:nvPr>
            <p:ph idx="1"/>
          </p:nvPr>
        </p:nvSpPr>
        <p:spPr>
          <a:xfrm>
            <a:off x="1964872" y="2118860"/>
            <a:ext cx="8146143" cy="856569"/>
          </a:xfrm>
        </p:spPr>
        <p:txBody>
          <a:bodyPr>
            <a:normAutofit/>
          </a:bodyPr>
          <a:lstStyle/>
          <a:p>
            <a:pPr marL="0" indent="0" algn="ctr">
              <a:lnSpc>
                <a:spcPct val="100000"/>
              </a:lnSpc>
              <a:buNone/>
            </a:pPr>
            <a:r>
              <a:rPr lang="id-ID" sz="2000" dirty="0">
                <a:solidFill>
                  <a:srgbClr val="FFFF00"/>
                </a:solidFill>
                <a:latin typeface="Vertiky" pitchFamily="2" charset="0"/>
              </a:rPr>
              <a:t>Alat bantu yang membantu kita menggambar objek dengan posisi yang tepat dan terlihat punya kedalaman dan jarak yang benar</a:t>
            </a:r>
          </a:p>
        </p:txBody>
      </p:sp>
      <p:pic>
        <p:nvPicPr>
          <p:cNvPr id="5" name="Picture 4">
            <a:extLst>
              <a:ext uri="{FF2B5EF4-FFF2-40B4-BE49-F238E27FC236}">
                <a16:creationId xmlns:a16="http://schemas.microsoft.com/office/drawing/2014/main" id="{5B9493A8-AC90-036A-60D4-9A16B3CA95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4849" y="3123216"/>
            <a:ext cx="3910795" cy="2312350"/>
          </a:xfrm>
          <a:prstGeom prst="rect">
            <a:avLst/>
          </a:prstGeom>
        </p:spPr>
      </p:pic>
      <p:pic>
        <p:nvPicPr>
          <p:cNvPr id="7" name="Picture 6">
            <a:extLst>
              <a:ext uri="{FF2B5EF4-FFF2-40B4-BE49-F238E27FC236}">
                <a16:creationId xmlns:a16="http://schemas.microsoft.com/office/drawing/2014/main" id="{841E918C-D0E0-1FE2-1918-55D008219914}"/>
              </a:ext>
            </a:extLst>
          </p:cNvPr>
          <p:cNvPicPr>
            <a:picLocks noChangeAspect="1"/>
          </p:cNvPicPr>
          <p:nvPr/>
        </p:nvPicPr>
        <p:blipFill>
          <a:blip r:embed="rId3">
            <a:extLst>
              <a:ext uri="{28A0092B-C50C-407E-A947-70E740481C1C}">
                <a14:useLocalDpi xmlns:a14="http://schemas.microsoft.com/office/drawing/2010/main" val="0"/>
              </a:ext>
            </a:extLst>
          </a:blip>
          <a:srcRect l="5321" r="7433"/>
          <a:stretch/>
        </p:blipFill>
        <p:spPr>
          <a:xfrm>
            <a:off x="218814" y="3123216"/>
            <a:ext cx="3752227" cy="2290597"/>
          </a:xfrm>
          <a:prstGeom prst="rect">
            <a:avLst/>
          </a:prstGeom>
        </p:spPr>
      </p:pic>
      <p:pic>
        <p:nvPicPr>
          <p:cNvPr id="9" name="Picture 8">
            <a:extLst>
              <a:ext uri="{FF2B5EF4-FFF2-40B4-BE49-F238E27FC236}">
                <a16:creationId xmlns:a16="http://schemas.microsoft.com/office/drawing/2014/main" id="{0003537B-0F74-8CAF-C132-7840F6FFBE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2062" y="3123216"/>
            <a:ext cx="3491766" cy="2327844"/>
          </a:xfrm>
          <a:prstGeom prst="rect">
            <a:avLst/>
          </a:prstGeom>
        </p:spPr>
      </p:pic>
      <p:sp>
        <p:nvSpPr>
          <p:cNvPr id="10" name="Content Placeholder 2">
            <a:extLst>
              <a:ext uri="{FF2B5EF4-FFF2-40B4-BE49-F238E27FC236}">
                <a16:creationId xmlns:a16="http://schemas.microsoft.com/office/drawing/2014/main" id="{5526519E-4C51-2D5B-98B1-CED2EA7EACD4}"/>
              </a:ext>
            </a:extLst>
          </p:cNvPr>
          <p:cNvSpPr txBox="1">
            <a:spLocks/>
          </p:cNvSpPr>
          <p:nvPr/>
        </p:nvSpPr>
        <p:spPr>
          <a:xfrm>
            <a:off x="218814" y="5561600"/>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2276397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A5FF03-C6A2-F199-3CE5-4C59A6D2BF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4093" y="204266"/>
            <a:ext cx="7643813" cy="6449467"/>
          </a:xfrm>
        </p:spPr>
      </p:pic>
      <p:sp>
        <p:nvSpPr>
          <p:cNvPr id="6" name="Content Placeholder 2">
            <a:extLst>
              <a:ext uri="{FF2B5EF4-FFF2-40B4-BE49-F238E27FC236}">
                <a16:creationId xmlns:a16="http://schemas.microsoft.com/office/drawing/2014/main" id="{BF19027D-5910-58DB-F80D-D98162A8D0B9}"/>
              </a:ext>
            </a:extLst>
          </p:cNvPr>
          <p:cNvSpPr txBox="1">
            <a:spLocks/>
          </p:cNvSpPr>
          <p:nvPr/>
        </p:nvSpPr>
        <p:spPr>
          <a:xfrm rot="16200000">
            <a:off x="870912" y="5250552"/>
            <a:ext cx="2510358" cy="29600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 | mitchleeuwe</a:t>
            </a:r>
          </a:p>
        </p:txBody>
      </p:sp>
    </p:spTree>
    <p:extLst>
      <p:ext uri="{BB962C8B-B14F-4D97-AF65-F5344CB8AC3E}">
        <p14:creationId xmlns:p14="http://schemas.microsoft.com/office/powerpoint/2010/main" val="2444916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8B3EC-0BCF-FEC8-4456-8F67CEBB2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2ECEB-91F7-C564-6319-27F00D3D6802}"/>
              </a:ext>
            </a:extLst>
          </p:cNvPr>
          <p:cNvSpPr>
            <a:spLocks noGrp="1"/>
          </p:cNvSpPr>
          <p:nvPr>
            <p:ph type="title"/>
          </p:nvPr>
        </p:nvSpPr>
        <p:spPr>
          <a:xfrm>
            <a:off x="3175214" y="2964543"/>
            <a:ext cx="5841571" cy="725294"/>
          </a:xfrm>
        </p:spPr>
        <p:txBody>
          <a:bodyPr>
            <a:normAutofit/>
          </a:bodyPr>
          <a:lstStyle/>
          <a:p>
            <a:pPr algn="ctr"/>
            <a:r>
              <a:rPr lang="id-ID" dirty="0">
                <a:solidFill>
                  <a:srgbClr val="FFFF00"/>
                </a:solidFill>
                <a:latin typeface="Boleh" pitchFamily="50" charset="0"/>
              </a:rPr>
              <a:t>c. Shot</a:t>
            </a:r>
          </a:p>
        </p:txBody>
      </p:sp>
      <p:sp>
        <p:nvSpPr>
          <p:cNvPr id="3" name="Content Placeholder 2">
            <a:extLst>
              <a:ext uri="{FF2B5EF4-FFF2-40B4-BE49-F238E27FC236}">
                <a16:creationId xmlns:a16="http://schemas.microsoft.com/office/drawing/2014/main" id="{88E42D7A-7F75-15C1-EF15-432D8008E6EF}"/>
              </a:ext>
            </a:extLst>
          </p:cNvPr>
          <p:cNvSpPr>
            <a:spLocks noGrp="1"/>
          </p:cNvSpPr>
          <p:nvPr>
            <p:ph idx="1"/>
          </p:nvPr>
        </p:nvSpPr>
        <p:spPr>
          <a:xfrm>
            <a:off x="2576284" y="3689837"/>
            <a:ext cx="7039429" cy="725294"/>
          </a:xfrm>
        </p:spPr>
        <p:txBody>
          <a:bodyPr>
            <a:normAutofit fontScale="70000" lnSpcReduction="20000"/>
          </a:bodyPr>
          <a:lstStyle/>
          <a:p>
            <a:pPr marL="0" indent="0" algn="ctr">
              <a:lnSpc>
                <a:spcPct val="120000"/>
              </a:lnSpc>
              <a:buNone/>
            </a:pPr>
            <a:r>
              <a:rPr lang="id-ID" dirty="0">
                <a:solidFill>
                  <a:schemeClr val="bg1"/>
                </a:solidFill>
                <a:latin typeface="Vertiky" pitchFamily="2" charset="0"/>
              </a:rPr>
              <a:t>Menggambarkan jarak kamera (atau sudut pandang) terhadap subjek dalam sebuah gambar</a:t>
            </a:r>
            <a:endParaRPr lang="id-ID" sz="1400" dirty="0">
              <a:solidFill>
                <a:schemeClr val="bg1"/>
              </a:solidFill>
              <a:latin typeface="Vertiky" pitchFamily="2" charset="0"/>
            </a:endParaRPr>
          </a:p>
        </p:txBody>
      </p:sp>
    </p:spTree>
    <p:extLst>
      <p:ext uri="{BB962C8B-B14F-4D97-AF65-F5344CB8AC3E}">
        <p14:creationId xmlns:p14="http://schemas.microsoft.com/office/powerpoint/2010/main" val="782611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A9F7C-C578-53E9-1FDC-E222EF8D7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E19F3-A410-6684-A3DE-88D94218D26E}"/>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c. shot</a:t>
            </a:r>
          </a:p>
        </p:txBody>
      </p:sp>
      <p:sp>
        <p:nvSpPr>
          <p:cNvPr id="3" name="Content Placeholder 2">
            <a:extLst>
              <a:ext uri="{FF2B5EF4-FFF2-40B4-BE49-F238E27FC236}">
                <a16:creationId xmlns:a16="http://schemas.microsoft.com/office/drawing/2014/main" id="{2E6EF60C-7F71-55BB-5361-517751AB2DA3}"/>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Extreme wide shot</a:t>
            </a:r>
            <a:endParaRPr lang="id-ID" sz="1400" dirty="0">
              <a:solidFill>
                <a:schemeClr val="bg1"/>
              </a:solidFill>
              <a:latin typeface="Vertiky" pitchFamily="2" charset="0"/>
            </a:endParaRPr>
          </a:p>
        </p:txBody>
      </p:sp>
      <p:pic>
        <p:nvPicPr>
          <p:cNvPr id="7" name="Picture 6">
            <a:extLst>
              <a:ext uri="{FF2B5EF4-FFF2-40B4-BE49-F238E27FC236}">
                <a16:creationId xmlns:a16="http://schemas.microsoft.com/office/drawing/2014/main" id="{18284556-8DA4-09E9-FC0A-DF966CCE0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858" y="2225155"/>
            <a:ext cx="7010400" cy="3276600"/>
          </a:xfrm>
          <a:prstGeom prst="rect">
            <a:avLst/>
          </a:prstGeom>
        </p:spPr>
      </p:pic>
      <p:pic>
        <p:nvPicPr>
          <p:cNvPr id="11" name="Picture 10">
            <a:extLst>
              <a:ext uri="{FF2B5EF4-FFF2-40B4-BE49-F238E27FC236}">
                <a16:creationId xmlns:a16="http://schemas.microsoft.com/office/drawing/2014/main" id="{7742DB3B-7125-CB4A-C376-6490422A77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1677" y="2225155"/>
            <a:ext cx="3853281" cy="3276600"/>
          </a:xfrm>
          <a:prstGeom prst="rect">
            <a:avLst/>
          </a:prstGeom>
        </p:spPr>
      </p:pic>
      <p:sp>
        <p:nvSpPr>
          <p:cNvPr id="12" name="Content Placeholder 2">
            <a:extLst>
              <a:ext uri="{FF2B5EF4-FFF2-40B4-BE49-F238E27FC236}">
                <a16:creationId xmlns:a16="http://schemas.microsoft.com/office/drawing/2014/main" id="{E8E79BD4-1B83-6B3A-EF4B-735A2F4AF2D1}"/>
              </a:ext>
            </a:extLst>
          </p:cNvPr>
          <p:cNvSpPr txBox="1">
            <a:spLocks/>
          </p:cNvSpPr>
          <p:nvPr/>
        </p:nvSpPr>
        <p:spPr>
          <a:xfrm>
            <a:off x="616858" y="5677536"/>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3191266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AF53-2032-1E5E-47DA-D86CA6A79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FE5F4-DF44-8AD2-677B-ECC4EAA6B351}"/>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c. shot</a:t>
            </a:r>
          </a:p>
        </p:txBody>
      </p:sp>
      <p:sp>
        <p:nvSpPr>
          <p:cNvPr id="3" name="Content Placeholder 2">
            <a:extLst>
              <a:ext uri="{FF2B5EF4-FFF2-40B4-BE49-F238E27FC236}">
                <a16:creationId xmlns:a16="http://schemas.microsoft.com/office/drawing/2014/main" id="{02974531-B45A-8052-8F4C-EBE0749F6183}"/>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Wide shot</a:t>
            </a:r>
            <a:endParaRPr lang="id-ID" sz="1400" dirty="0">
              <a:solidFill>
                <a:schemeClr val="bg1"/>
              </a:solidFill>
              <a:latin typeface="Vertiky" pitchFamily="2" charset="0"/>
            </a:endParaRPr>
          </a:p>
        </p:txBody>
      </p:sp>
      <p:pic>
        <p:nvPicPr>
          <p:cNvPr id="5" name="Picture 4">
            <a:extLst>
              <a:ext uri="{FF2B5EF4-FFF2-40B4-BE49-F238E27FC236}">
                <a16:creationId xmlns:a16="http://schemas.microsoft.com/office/drawing/2014/main" id="{274A035A-B628-3757-3625-247EC7A6F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081" y="1901372"/>
            <a:ext cx="7013836" cy="4537075"/>
          </a:xfrm>
          <a:prstGeom prst="rect">
            <a:avLst/>
          </a:prstGeom>
        </p:spPr>
      </p:pic>
      <p:sp>
        <p:nvSpPr>
          <p:cNvPr id="6" name="Content Placeholder 2">
            <a:extLst>
              <a:ext uri="{FF2B5EF4-FFF2-40B4-BE49-F238E27FC236}">
                <a16:creationId xmlns:a16="http://schemas.microsoft.com/office/drawing/2014/main" id="{3E038F83-0F6E-78D5-88E8-A2DE9AF616E9}"/>
              </a:ext>
            </a:extLst>
          </p:cNvPr>
          <p:cNvSpPr txBox="1">
            <a:spLocks/>
          </p:cNvSpPr>
          <p:nvPr/>
        </p:nvSpPr>
        <p:spPr>
          <a:xfrm>
            <a:off x="2589081" y="6438447"/>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34539586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F0497-7122-DE44-D4CA-B41845513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F6066-9E08-E3BB-E2B1-81A4D3EABFDC}"/>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c. shot</a:t>
            </a:r>
          </a:p>
        </p:txBody>
      </p:sp>
      <p:sp>
        <p:nvSpPr>
          <p:cNvPr id="3" name="Content Placeholder 2">
            <a:extLst>
              <a:ext uri="{FF2B5EF4-FFF2-40B4-BE49-F238E27FC236}">
                <a16:creationId xmlns:a16="http://schemas.microsoft.com/office/drawing/2014/main" id="{4291861C-2552-87AE-DF0F-75CE4ADF3B19}"/>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Medium shot</a:t>
            </a:r>
            <a:endParaRPr lang="id-ID" sz="1400" dirty="0">
              <a:solidFill>
                <a:schemeClr val="bg1"/>
              </a:solidFill>
              <a:latin typeface="Vertiky" pitchFamily="2" charset="0"/>
            </a:endParaRPr>
          </a:p>
        </p:txBody>
      </p:sp>
      <p:pic>
        <p:nvPicPr>
          <p:cNvPr id="5" name="Picture 4">
            <a:extLst>
              <a:ext uri="{FF2B5EF4-FFF2-40B4-BE49-F238E27FC236}">
                <a16:creationId xmlns:a16="http://schemas.microsoft.com/office/drawing/2014/main" id="{20515D49-8F7E-2471-96E5-E3E7BF818E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2715" y="1901372"/>
            <a:ext cx="7426568" cy="4597399"/>
          </a:xfrm>
          <a:prstGeom prst="rect">
            <a:avLst/>
          </a:prstGeom>
        </p:spPr>
      </p:pic>
      <p:sp>
        <p:nvSpPr>
          <p:cNvPr id="6" name="Content Placeholder 2">
            <a:extLst>
              <a:ext uri="{FF2B5EF4-FFF2-40B4-BE49-F238E27FC236}">
                <a16:creationId xmlns:a16="http://schemas.microsoft.com/office/drawing/2014/main" id="{6CDAF92D-AAA2-0CD6-2E60-F179EE64D875}"/>
              </a:ext>
            </a:extLst>
          </p:cNvPr>
          <p:cNvSpPr txBox="1">
            <a:spLocks/>
          </p:cNvSpPr>
          <p:nvPr/>
        </p:nvSpPr>
        <p:spPr>
          <a:xfrm>
            <a:off x="2322843" y="6553199"/>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3303751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74CA-0BE1-7C38-1816-53C1572C0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A5C2B-1303-1BCC-BDB9-60EA7375F449}"/>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c. shot</a:t>
            </a:r>
          </a:p>
        </p:txBody>
      </p:sp>
      <p:sp>
        <p:nvSpPr>
          <p:cNvPr id="3" name="Content Placeholder 2">
            <a:extLst>
              <a:ext uri="{FF2B5EF4-FFF2-40B4-BE49-F238E27FC236}">
                <a16:creationId xmlns:a16="http://schemas.microsoft.com/office/drawing/2014/main" id="{EC45051B-43B4-0EB5-DB20-C6BAF155D80D}"/>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Close up</a:t>
            </a:r>
            <a:endParaRPr lang="id-ID" sz="1400" dirty="0">
              <a:solidFill>
                <a:schemeClr val="bg1"/>
              </a:solidFill>
              <a:latin typeface="Vertiky" pitchFamily="2" charset="0"/>
            </a:endParaRPr>
          </a:p>
        </p:txBody>
      </p:sp>
      <p:pic>
        <p:nvPicPr>
          <p:cNvPr id="5" name="Picture 4">
            <a:extLst>
              <a:ext uri="{FF2B5EF4-FFF2-40B4-BE49-F238E27FC236}">
                <a16:creationId xmlns:a16="http://schemas.microsoft.com/office/drawing/2014/main" id="{69C0AD42-A977-B1F5-DB1E-10CC5367EE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7894" y="1873712"/>
            <a:ext cx="6316209" cy="4468610"/>
          </a:xfrm>
          <a:prstGeom prst="rect">
            <a:avLst/>
          </a:prstGeom>
        </p:spPr>
      </p:pic>
      <p:sp>
        <p:nvSpPr>
          <p:cNvPr id="6" name="Content Placeholder 2">
            <a:extLst>
              <a:ext uri="{FF2B5EF4-FFF2-40B4-BE49-F238E27FC236}">
                <a16:creationId xmlns:a16="http://schemas.microsoft.com/office/drawing/2014/main" id="{589D1E84-E905-544D-0980-576EBB20C655}"/>
              </a:ext>
            </a:extLst>
          </p:cNvPr>
          <p:cNvSpPr txBox="1">
            <a:spLocks/>
          </p:cNvSpPr>
          <p:nvPr/>
        </p:nvSpPr>
        <p:spPr>
          <a:xfrm>
            <a:off x="2950594" y="6409596"/>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1642356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3EC3-692C-9687-A72E-654482FDE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12983-4306-C7E2-36AA-34836455B005}"/>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c. shot</a:t>
            </a:r>
          </a:p>
        </p:txBody>
      </p:sp>
      <p:sp>
        <p:nvSpPr>
          <p:cNvPr id="3" name="Content Placeholder 2">
            <a:extLst>
              <a:ext uri="{FF2B5EF4-FFF2-40B4-BE49-F238E27FC236}">
                <a16:creationId xmlns:a16="http://schemas.microsoft.com/office/drawing/2014/main" id="{D3689618-C68E-2181-D316-96A48F2FEC7E}"/>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Extreme Close Up</a:t>
            </a:r>
            <a:endParaRPr lang="id-ID" sz="1400" dirty="0">
              <a:solidFill>
                <a:schemeClr val="bg1"/>
              </a:solidFill>
              <a:latin typeface="Vertiky" pitchFamily="2" charset="0"/>
            </a:endParaRPr>
          </a:p>
        </p:txBody>
      </p:sp>
      <p:pic>
        <p:nvPicPr>
          <p:cNvPr id="5" name="Picture 4">
            <a:extLst>
              <a:ext uri="{FF2B5EF4-FFF2-40B4-BE49-F238E27FC236}">
                <a16:creationId xmlns:a16="http://schemas.microsoft.com/office/drawing/2014/main" id="{E8E299C2-A138-2A8B-27B1-4DCDD74ADAC1}"/>
              </a:ext>
            </a:extLst>
          </p:cNvPr>
          <p:cNvPicPr>
            <a:picLocks noChangeAspect="1"/>
          </p:cNvPicPr>
          <p:nvPr/>
        </p:nvPicPr>
        <p:blipFill>
          <a:blip r:embed="rId2">
            <a:extLst>
              <a:ext uri="{28A0092B-C50C-407E-A947-70E740481C1C}">
                <a14:useLocalDpi xmlns:a14="http://schemas.microsoft.com/office/drawing/2010/main" val="0"/>
              </a:ext>
            </a:extLst>
          </a:blip>
          <a:srcRect l="5633" t="4450" r="6255" b="17212"/>
          <a:stretch/>
        </p:blipFill>
        <p:spPr>
          <a:xfrm>
            <a:off x="2444124" y="1931308"/>
            <a:ext cx="7303750" cy="4470399"/>
          </a:xfrm>
          <a:prstGeom prst="rect">
            <a:avLst/>
          </a:prstGeom>
        </p:spPr>
      </p:pic>
      <p:sp>
        <p:nvSpPr>
          <p:cNvPr id="6" name="Content Placeholder 2">
            <a:extLst>
              <a:ext uri="{FF2B5EF4-FFF2-40B4-BE49-F238E27FC236}">
                <a16:creationId xmlns:a16="http://schemas.microsoft.com/office/drawing/2014/main" id="{444E0E74-787E-9087-4237-0CCE399FEFC2}"/>
              </a:ext>
            </a:extLst>
          </p:cNvPr>
          <p:cNvSpPr txBox="1">
            <a:spLocks/>
          </p:cNvSpPr>
          <p:nvPr/>
        </p:nvSpPr>
        <p:spPr>
          <a:xfrm>
            <a:off x="2444124" y="6459764"/>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spTree>
    <p:extLst>
      <p:ext uri="{BB962C8B-B14F-4D97-AF65-F5344CB8AC3E}">
        <p14:creationId xmlns:p14="http://schemas.microsoft.com/office/powerpoint/2010/main" val="3238300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C8F1D22-37C5-2070-C9C8-E68C690A4AC6}"/>
              </a:ext>
            </a:extLst>
          </p:cNvPr>
          <p:cNvSpPr>
            <a:spLocks noGrp="1"/>
          </p:cNvSpPr>
          <p:nvPr>
            <p:ph type="title"/>
          </p:nvPr>
        </p:nvSpPr>
        <p:spPr>
          <a:xfrm>
            <a:off x="3175214" y="627743"/>
            <a:ext cx="5841571" cy="725294"/>
          </a:xfrm>
        </p:spPr>
        <p:txBody>
          <a:bodyPr>
            <a:normAutofit/>
          </a:bodyPr>
          <a:lstStyle/>
          <a:p>
            <a:pPr algn="ctr"/>
            <a:r>
              <a:rPr lang="id-ID" dirty="0">
                <a:solidFill>
                  <a:srgbClr val="FFFF00"/>
                </a:solidFill>
                <a:latin typeface="Boleh" pitchFamily="50" charset="0"/>
              </a:rPr>
              <a:t>c. shot</a:t>
            </a:r>
          </a:p>
        </p:txBody>
      </p:sp>
      <p:sp>
        <p:nvSpPr>
          <p:cNvPr id="7" name="Content Placeholder 2">
            <a:extLst>
              <a:ext uri="{FF2B5EF4-FFF2-40B4-BE49-F238E27FC236}">
                <a16:creationId xmlns:a16="http://schemas.microsoft.com/office/drawing/2014/main" id="{D0D339BB-D6FB-68AF-32A0-C299B5733DC7}"/>
              </a:ext>
            </a:extLst>
          </p:cNvPr>
          <p:cNvSpPr>
            <a:spLocks noGrp="1"/>
          </p:cNvSpPr>
          <p:nvPr>
            <p:ph idx="1"/>
          </p:nvPr>
        </p:nvSpPr>
        <p:spPr>
          <a:xfrm>
            <a:off x="1914071" y="1356245"/>
            <a:ext cx="8363857" cy="545127"/>
          </a:xfrm>
        </p:spPr>
        <p:txBody>
          <a:bodyPr>
            <a:normAutofit/>
          </a:bodyPr>
          <a:lstStyle/>
          <a:p>
            <a:pPr marL="0" indent="0" algn="ctr">
              <a:buNone/>
            </a:pPr>
            <a:r>
              <a:rPr lang="id-ID" dirty="0">
                <a:solidFill>
                  <a:schemeClr val="bg1"/>
                </a:solidFill>
                <a:latin typeface="Vertiky" pitchFamily="2" charset="0"/>
              </a:rPr>
              <a:t>POV : Point Of View</a:t>
            </a:r>
            <a:endParaRPr lang="id-ID" sz="1400" dirty="0">
              <a:solidFill>
                <a:schemeClr val="bg1"/>
              </a:solidFill>
              <a:latin typeface="Vertiky" pitchFamily="2" charset="0"/>
            </a:endParaRPr>
          </a:p>
        </p:txBody>
      </p:sp>
      <p:sp>
        <p:nvSpPr>
          <p:cNvPr id="8" name="Content Placeholder 2">
            <a:extLst>
              <a:ext uri="{FF2B5EF4-FFF2-40B4-BE49-F238E27FC236}">
                <a16:creationId xmlns:a16="http://schemas.microsoft.com/office/drawing/2014/main" id="{745554CB-AF16-C1B3-D05C-E6C22A21B6CB}"/>
              </a:ext>
            </a:extLst>
          </p:cNvPr>
          <p:cNvSpPr txBox="1">
            <a:spLocks/>
          </p:cNvSpPr>
          <p:nvPr/>
        </p:nvSpPr>
        <p:spPr>
          <a:xfrm>
            <a:off x="5297845" y="6390004"/>
            <a:ext cx="1596304" cy="296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id-ID" sz="1400" dirty="0">
                <a:solidFill>
                  <a:schemeClr val="bg1"/>
                </a:solidFill>
                <a:latin typeface="Vertiky" pitchFamily="2" charset="0"/>
              </a:rPr>
              <a:t>Sumber : Pinterest</a:t>
            </a:r>
          </a:p>
        </p:txBody>
      </p:sp>
      <p:pic>
        <p:nvPicPr>
          <p:cNvPr id="10" name="Picture 9">
            <a:extLst>
              <a:ext uri="{FF2B5EF4-FFF2-40B4-BE49-F238E27FC236}">
                <a16:creationId xmlns:a16="http://schemas.microsoft.com/office/drawing/2014/main" id="{78A6BC19-D10A-1617-7B91-1E09E62B3457}"/>
              </a:ext>
            </a:extLst>
          </p:cNvPr>
          <p:cNvPicPr>
            <a:picLocks noChangeAspect="1"/>
          </p:cNvPicPr>
          <p:nvPr/>
        </p:nvPicPr>
        <p:blipFill>
          <a:blip r:embed="rId2"/>
          <a:srcRect l="50000"/>
          <a:stretch/>
        </p:blipFill>
        <p:spPr>
          <a:xfrm>
            <a:off x="4386260" y="1901372"/>
            <a:ext cx="3419475" cy="4429035"/>
          </a:xfrm>
          <a:prstGeom prst="rect">
            <a:avLst/>
          </a:prstGeom>
        </p:spPr>
      </p:pic>
    </p:spTree>
    <p:extLst>
      <p:ext uri="{BB962C8B-B14F-4D97-AF65-F5344CB8AC3E}">
        <p14:creationId xmlns:p14="http://schemas.microsoft.com/office/powerpoint/2010/main" val="2310954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A790-7833-B962-F37A-E83B7EB35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28729-19A4-81E3-2FB2-3E82691D2389}"/>
              </a:ext>
            </a:extLst>
          </p:cNvPr>
          <p:cNvSpPr>
            <a:spLocks noGrp="1"/>
          </p:cNvSpPr>
          <p:nvPr>
            <p:ph type="title"/>
          </p:nvPr>
        </p:nvSpPr>
        <p:spPr>
          <a:xfrm>
            <a:off x="2753467" y="2371376"/>
            <a:ext cx="6685065" cy="1719007"/>
          </a:xfrm>
        </p:spPr>
        <p:txBody>
          <a:bodyPr>
            <a:normAutofit/>
          </a:bodyPr>
          <a:lstStyle/>
          <a:p>
            <a:pPr algn="ctr"/>
            <a:r>
              <a:rPr lang="id-ID" sz="6600" dirty="0">
                <a:solidFill>
                  <a:schemeClr val="bg1"/>
                </a:solidFill>
                <a:latin typeface="Boleh" pitchFamily="50" charset="0"/>
              </a:rPr>
              <a:t>Terimakasiiih &lt;3</a:t>
            </a:r>
          </a:p>
        </p:txBody>
      </p:sp>
      <p:sp>
        <p:nvSpPr>
          <p:cNvPr id="8" name="Title 1">
            <a:extLst>
              <a:ext uri="{FF2B5EF4-FFF2-40B4-BE49-F238E27FC236}">
                <a16:creationId xmlns:a16="http://schemas.microsoft.com/office/drawing/2014/main" id="{43E30EBE-180C-CC30-FA8D-F1D74A6B5097}"/>
              </a:ext>
            </a:extLst>
          </p:cNvPr>
          <p:cNvSpPr txBox="1">
            <a:spLocks/>
          </p:cNvSpPr>
          <p:nvPr/>
        </p:nvSpPr>
        <p:spPr>
          <a:xfrm>
            <a:off x="2753466" y="3407697"/>
            <a:ext cx="6685065" cy="10271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600" b="1" dirty="0">
                <a:solidFill>
                  <a:schemeClr val="bg1"/>
                </a:solidFill>
                <a:latin typeface="Vertiky" pitchFamily="2" charset="0"/>
              </a:rPr>
              <a:t>Sesi 2 landjoot besyok yak</a:t>
            </a:r>
          </a:p>
        </p:txBody>
      </p:sp>
    </p:spTree>
    <p:extLst>
      <p:ext uri="{BB962C8B-B14F-4D97-AF65-F5344CB8AC3E}">
        <p14:creationId xmlns:p14="http://schemas.microsoft.com/office/powerpoint/2010/main" val="1115330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10904</TotalTime>
  <Words>626</Words>
  <Application>Microsoft Office PowerPoint</Application>
  <PresentationFormat>Widescreen</PresentationFormat>
  <Paragraphs>136</Paragraphs>
  <Slides>33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Boleh</vt:lpstr>
      <vt:lpstr>Calibri</vt:lpstr>
      <vt:lpstr>Calibri Light</vt:lpstr>
      <vt:lpstr>Times New Roman</vt:lpstr>
      <vt:lpstr>Vertiky</vt:lpstr>
      <vt:lpstr>Office Theme</vt:lpstr>
      <vt:lpstr>Membuat Storyboard yang Dinamis</vt:lpstr>
      <vt:lpstr>Hallo semuaa!!! </vt:lpstr>
      <vt:lpstr>Step-step membuat buku cerita anak</vt:lpstr>
      <vt:lpstr>1. Apa itu Storyboard?</vt:lpstr>
      <vt:lpstr>2. Hal-hal yang perlu diketahui sebelum membuat storyboard</vt:lpstr>
      <vt:lpstr>3. Hal-hal yang perlu dipersiapkan sebelum membuat storyboard</vt:lpstr>
      <vt:lpstr>Contoh Moodboard</vt:lpstr>
      <vt:lpstr>Contoh Moodboard</vt:lpstr>
      <vt:lpstr>3. Hal-hal yang perlu dipersiapkan sebelum membuat storyboard</vt:lpstr>
      <vt:lpstr>Contoh Storyboard</vt:lpstr>
      <vt:lpstr>PowerPoint Presentation</vt:lpstr>
      <vt:lpstr>PowerPoint Presentation</vt:lpstr>
      <vt:lpstr>PowerPoint Presentation</vt:lpstr>
      <vt:lpstr>4. Point penting dalam  pembuatan storyboard</vt:lpstr>
      <vt:lpstr>a. Flow Visual</vt:lpstr>
      <vt:lpstr>PowerPoint Presentation</vt:lpstr>
      <vt:lpstr>b. Perspektif</vt:lpstr>
      <vt:lpstr>b. Perspektif</vt:lpstr>
      <vt:lpstr>b. Perspektif</vt:lpstr>
      <vt:lpstr>b. Perspektif</vt:lpstr>
      <vt:lpstr>b. Perspektif</vt:lpstr>
      <vt:lpstr>b. Perspektif</vt:lpstr>
      <vt:lpstr>Tebak! dari mana gambar ini dilihat?</vt:lpstr>
      <vt:lpstr>Grid Perspektif</vt:lpstr>
      <vt:lpstr>PowerPoint Presentation</vt:lpstr>
      <vt:lpstr>c. Shot</vt:lpstr>
      <vt:lpstr>c. shot</vt:lpstr>
      <vt:lpstr>c. shot</vt:lpstr>
      <vt:lpstr>c. shot</vt:lpstr>
      <vt:lpstr>c. shot</vt:lpstr>
      <vt:lpstr>c. shot</vt:lpstr>
      <vt:lpstr>c. shot</vt:lpstr>
      <vt:lpstr>Terimakasiiih &lt;3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6282330559344</dc:creator>
  <cp:lastModifiedBy>6282330559344</cp:lastModifiedBy>
  <cp:revision>49</cp:revision>
  <dcterms:created xsi:type="dcterms:W3CDTF">2024-10-09T11:17:27Z</dcterms:created>
  <dcterms:modified xsi:type="dcterms:W3CDTF">2024-12-18T10:45:38Z</dcterms:modified>
</cp:coreProperties>
</file>